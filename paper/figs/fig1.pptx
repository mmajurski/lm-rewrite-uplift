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95"/>
  </p:normalViewPr>
  <p:slideViewPr>
    <p:cSldViewPr snapToGrid="0">
      <p:cViewPr>
        <p:scale>
          <a:sx n="134" d="100"/>
          <a:sy n="134" d="100"/>
        </p:scale>
        <p:origin x="144" y="1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61A2E55-66FD-4C4E-B8F3-CD1083CD9B08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6F86F12-81D7-4F1A-9DB4-17CCAFE5404B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6869BCC-2E21-4324-9830-5F859952CBB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5F272DF-C09F-48C1-833C-7F101FBC6AEA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270AA5C-C0AB-4212-8A5A-19B18B490AEC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1523880" y="1122480"/>
            <a:ext cx="9143640" cy="110667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8FB9D6C1-BD34-4779-BD69-29D1DAB4D2B2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BDEEA320-36D1-46CD-A098-9307204F3ACE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F13ECDB-E04A-4381-A166-3F02C4BBB0A3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F768B82A-920F-4F44-BDB7-2097C0686D70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09480" y="3682080"/>
            <a:ext cx="109724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E3E925A-FD1A-4465-B5DD-244857143DCB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60948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6231960" y="3682080"/>
            <a:ext cx="535428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3161E878-C650-4E8D-BA9E-4703F73AB6C8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431964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8029800" y="160452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60948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431964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8029800" y="3682080"/>
            <a:ext cx="3533040" cy="1896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50BECAC-D7D7-428D-8494-4507B88BE29E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/>
          <a:p>
            <a:pPr algn="ctr">
              <a:lnSpc>
                <a:spcPct val="90000"/>
              </a:lnSpc>
              <a:buNone/>
            </a:pPr>
            <a:r>
              <a:rPr lang="en-US" sz="6000" b="0" strike="noStrike" spc="-1">
                <a:solidFill>
                  <a:srgbClr val="000000"/>
                </a:solidFill>
                <a:latin typeface="Aptos Display"/>
              </a:rPr>
              <a:t>Click to edit Master title style</a:t>
            </a:r>
            <a:endParaRPr lang="en-US" sz="6000" b="0" strike="noStrike" spc="-1">
              <a:solidFill>
                <a:srgbClr val="000000"/>
              </a:solidFill>
              <a:latin typeface="Aptos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>
              <a:lnSpc>
                <a:spcPct val="100000"/>
              </a:lnSpc>
              <a:buNone/>
            </a:pPr>
            <a:r>
              <a:rPr lang="en-US" sz="1200" b="0" strike="noStrike" spc="-1">
                <a:solidFill>
                  <a:srgbClr val="787878"/>
                </a:solidFill>
                <a:latin typeface="Aptos"/>
              </a:rPr>
              <a:t>&lt;date/time&gt;</a:t>
            </a:r>
            <a:endParaRPr lang="en-US" sz="1200" b="0" strike="noStrike" spc="-1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anchor="ctr">
            <a:noAutofit/>
          </a:bodyPr>
          <a:lstStyle>
            <a:lvl1pPr algn="r">
              <a:lnSpc>
                <a:spcPct val="100000"/>
              </a:lnSpc>
              <a:buNone/>
              <a:defRPr lang="en-US" sz="1200" b="0" strike="noStrike" spc="-1">
                <a:solidFill>
                  <a:srgbClr val="787878"/>
                </a:solidFill>
                <a:latin typeface="Aptos"/>
              </a:defRPr>
            </a:lvl1pPr>
          </a:lstStyle>
          <a:p>
            <a:pPr algn="r">
              <a:lnSpc>
                <a:spcPct val="100000"/>
              </a:lnSpc>
              <a:buNone/>
            </a:pPr>
            <a:fld id="{35197F18-531C-4200-A2BB-DD1C5B5F5301}" type="slidenum">
              <a:rPr lang="en-US" sz="1200" b="0" strike="noStrike" spc="-1">
                <a:solidFill>
                  <a:srgbClr val="787878"/>
                </a:solidFill>
                <a:latin typeface="Aptos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strike="noStrike" spc="-1">
                <a:solidFill>
                  <a:srgbClr val="000000"/>
                </a:solidFill>
                <a:latin typeface="Aptos"/>
              </a:rPr>
              <a:t>Click to edit the outline text format</a:t>
            </a: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Second Outline Level</a:t>
            </a: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Third Outline Level</a:t>
            </a: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ptos"/>
              </a:rPr>
              <a:t>Fourth Outline Level</a:t>
            </a: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Fifth Outline Level</a:t>
            </a: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Sixth Outline Level</a:t>
            </a: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ptos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" name="Group 50"/>
          <p:cNvGrpSpPr/>
          <p:nvPr/>
        </p:nvGrpSpPr>
        <p:grpSpPr>
          <a:xfrm>
            <a:off x="1688040" y="609480"/>
            <a:ext cx="1548360" cy="2061000"/>
            <a:chOff x="1688040" y="609480"/>
            <a:chExt cx="1548360" cy="2061000"/>
          </a:xfrm>
        </p:grpSpPr>
        <p:grpSp>
          <p:nvGrpSpPr>
            <p:cNvPr id="42" name="Group 8"/>
            <p:cNvGrpSpPr/>
            <p:nvPr/>
          </p:nvGrpSpPr>
          <p:grpSpPr>
            <a:xfrm>
              <a:off x="1702080" y="1454040"/>
              <a:ext cx="1054800" cy="1050480"/>
              <a:chOff x="1702080" y="1454040"/>
              <a:chExt cx="1054800" cy="1050480"/>
            </a:xfrm>
          </p:grpSpPr>
          <p:sp>
            <p:nvSpPr>
              <p:cNvPr id="43" name="Rectangle 7"/>
              <p:cNvSpPr/>
              <p:nvPr/>
            </p:nvSpPr>
            <p:spPr>
              <a:xfrm>
                <a:off x="1829880" y="1454040"/>
                <a:ext cx="803160" cy="10504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/>
              <a:lstStyle/>
              <a:p>
                <a:endParaRPr lang="en-US"/>
              </a:p>
            </p:txBody>
          </p:sp>
          <p:pic>
            <p:nvPicPr>
              <p:cNvPr id="44" name="Picture 4"/>
              <p:cNvPicPr/>
              <p:nvPr/>
            </p:nvPicPr>
            <p:blipFill>
              <a:blip r:embed="rId2"/>
              <a:stretch/>
            </p:blipFill>
            <p:spPr>
              <a:xfrm>
                <a:off x="1702080" y="1454040"/>
                <a:ext cx="1054800" cy="105048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45" name="Rounded Rectangle 5"/>
            <p:cNvSpPr/>
            <p:nvPr/>
          </p:nvSpPr>
          <p:spPr>
            <a:xfrm>
              <a:off x="1688040" y="609480"/>
              <a:ext cx="1548360" cy="20610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grpSp>
          <p:nvGrpSpPr>
            <p:cNvPr id="46" name="Group 12"/>
            <p:cNvGrpSpPr/>
            <p:nvPr/>
          </p:nvGrpSpPr>
          <p:grpSpPr>
            <a:xfrm>
              <a:off x="1927440" y="1330200"/>
              <a:ext cx="1054800" cy="1050480"/>
              <a:chOff x="1927440" y="1330200"/>
              <a:chExt cx="1054800" cy="1050480"/>
            </a:xfrm>
          </p:grpSpPr>
          <p:sp>
            <p:nvSpPr>
              <p:cNvPr id="47" name="Rectangle 13"/>
              <p:cNvSpPr/>
              <p:nvPr/>
            </p:nvSpPr>
            <p:spPr>
              <a:xfrm>
                <a:off x="2055240" y="1330200"/>
                <a:ext cx="803160" cy="10504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/>
              <a:lstStyle/>
              <a:p>
                <a:endParaRPr lang="en-US"/>
              </a:p>
            </p:txBody>
          </p:sp>
          <p:pic>
            <p:nvPicPr>
              <p:cNvPr id="48" name="Picture 14"/>
              <p:cNvPicPr/>
              <p:nvPr/>
            </p:nvPicPr>
            <p:blipFill>
              <a:blip r:embed="rId2"/>
              <a:stretch/>
            </p:blipFill>
            <p:spPr>
              <a:xfrm>
                <a:off x="1927440" y="1330200"/>
                <a:ext cx="1054800" cy="1050480"/>
              </a:xfrm>
              <a:prstGeom prst="rect">
                <a:avLst/>
              </a:prstGeom>
              <a:ln w="0">
                <a:noFill/>
              </a:ln>
            </p:spPr>
          </p:pic>
        </p:grpSp>
        <p:grpSp>
          <p:nvGrpSpPr>
            <p:cNvPr id="49" name="Group 15"/>
            <p:cNvGrpSpPr/>
            <p:nvPr/>
          </p:nvGrpSpPr>
          <p:grpSpPr>
            <a:xfrm>
              <a:off x="2167920" y="1219320"/>
              <a:ext cx="1054800" cy="1050480"/>
              <a:chOff x="2167920" y="1219320"/>
              <a:chExt cx="1054800" cy="1050480"/>
            </a:xfrm>
          </p:grpSpPr>
          <p:sp>
            <p:nvSpPr>
              <p:cNvPr id="50" name="Rectangle 16"/>
              <p:cNvSpPr/>
              <p:nvPr/>
            </p:nvSpPr>
            <p:spPr>
              <a:xfrm>
                <a:off x="2295720" y="1219320"/>
                <a:ext cx="803160" cy="10504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/>
              <a:lstStyle/>
              <a:p>
                <a:endParaRPr lang="en-US"/>
              </a:p>
            </p:txBody>
          </p:sp>
          <p:pic>
            <p:nvPicPr>
              <p:cNvPr id="51" name="Picture 17"/>
              <p:cNvPicPr/>
              <p:nvPr/>
            </p:nvPicPr>
            <p:blipFill>
              <a:blip r:embed="rId2"/>
              <a:stretch/>
            </p:blipFill>
            <p:spPr>
              <a:xfrm>
                <a:off x="2167920" y="1219320"/>
                <a:ext cx="1054800" cy="105048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52" name="TextBox 18"/>
            <p:cNvSpPr/>
            <p:nvPr/>
          </p:nvSpPr>
          <p:spPr>
            <a:xfrm>
              <a:off x="1708560" y="609480"/>
              <a:ext cx="149184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Document</a:t>
              </a:r>
              <a:endParaRPr lang="en-US" sz="1800" b="0" strike="noStrike" spc="-1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Corpus</a:t>
              </a:r>
              <a:endParaRPr lang="en-US" sz="1800" b="0" strike="noStrike" spc="-1">
                <a:latin typeface="Arial"/>
              </a:endParaRPr>
            </a:p>
          </p:txBody>
        </p:sp>
      </p:grpSp>
      <p:grpSp>
        <p:nvGrpSpPr>
          <p:cNvPr id="53" name="Group 40"/>
          <p:cNvGrpSpPr/>
          <p:nvPr/>
        </p:nvGrpSpPr>
        <p:grpSpPr>
          <a:xfrm>
            <a:off x="3691440" y="609480"/>
            <a:ext cx="1627560" cy="2066760"/>
            <a:chOff x="3691440" y="609480"/>
            <a:chExt cx="1627560" cy="2066760"/>
          </a:xfrm>
        </p:grpSpPr>
        <p:sp>
          <p:nvSpPr>
            <p:cNvPr id="54" name="Rounded Rectangle 19"/>
            <p:cNvSpPr/>
            <p:nvPr/>
          </p:nvSpPr>
          <p:spPr>
            <a:xfrm>
              <a:off x="3730680" y="615240"/>
              <a:ext cx="1548360" cy="20610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55" name="TextBox 20"/>
            <p:cNvSpPr/>
            <p:nvPr/>
          </p:nvSpPr>
          <p:spPr>
            <a:xfrm>
              <a:off x="3691440" y="609480"/>
              <a:ext cx="1627560" cy="912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Automated</a:t>
              </a:r>
              <a:endParaRPr lang="en-US" sz="1800" b="0" strike="noStrike" spc="-1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Benchmark</a:t>
              </a:r>
              <a:endParaRPr lang="en-US" sz="1800" b="0" strike="noStrike" spc="-1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Generation</a:t>
              </a:r>
              <a:endParaRPr lang="en-US" sz="1800" b="0" strike="noStrike" spc="-1">
                <a:latin typeface="Arial"/>
              </a:endParaRPr>
            </a:p>
          </p:txBody>
        </p:sp>
        <p:pic>
          <p:nvPicPr>
            <p:cNvPr id="56" name="Picture 22"/>
            <p:cNvPicPr/>
            <p:nvPr/>
          </p:nvPicPr>
          <p:blipFill>
            <a:blip r:embed="rId3"/>
            <a:stretch/>
          </p:blipFill>
          <p:spPr>
            <a:xfrm>
              <a:off x="4068360" y="1585080"/>
              <a:ext cx="873000" cy="873000"/>
            </a:xfrm>
            <a:prstGeom prst="rect">
              <a:avLst/>
            </a:prstGeom>
            <a:ln w="0">
              <a:noFill/>
            </a:ln>
          </p:spPr>
        </p:pic>
      </p:grpSp>
      <p:pic>
        <p:nvPicPr>
          <p:cNvPr id="57" name="Picture 32"/>
          <p:cNvPicPr/>
          <p:nvPr/>
        </p:nvPicPr>
        <p:blipFill>
          <a:blip r:embed="rId4"/>
          <a:stretch/>
        </p:blipFill>
        <p:spPr>
          <a:xfrm>
            <a:off x="5618520" y="3044880"/>
            <a:ext cx="2546280" cy="2546280"/>
          </a:xfrm>
          <a:prstGeom prst="rect">
            <a:avLst/>
          </a:prstGeom>
          <a:ln w="0">
            <a:noFill/>
          </a:ln>
        </p:spPr>
      </p:pic>
      <p:grpSp>
        <p:nvGrpSpPr>
          <p:cNvPr id="58" name="Group 39"/>
          <p:cNvGrpSpPr/>
          <p:nvPr/>
        </p:nvGrpSpPr>
        <p:grpSpPr>
          <a:xfrm>
            <a:off x="3730680" y="3284640"/>
            <a:ext cx="1548360" cy="2067120"/>
            <a:chOff x="3730680" y="3284640"/>
            <a:chExt cx="1548360" cy="2067120"/>
          </a:xfrm>
        </p:grpSpPr>
        <p:pic>
          <p:nvPicPr>
            <p:cNvPr id="59" name="Picture 36"/>
            <p:cNvPicPr/>
            <p:nvPr/>
          </p:nvPicPr>
          <p:blipFill>
            <a:blip r:embed="rId5"/>
            <a:srcRect l="82457" t="79726" r="3204" b="3660"/>
            <a:stretch/>
          </p:blipFill>
          <p:spPr>
            <a:xfrm>
              <a:off x="3980880" y="4208040"/>
              <a:ext cx="1048680" cy="919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60" name="Rounded Rectangle 37"/>
            <p:cNvSpPr/>
            <p:nvPr/>
          </p:nvSpPr>
          <p:spPr>
            <a:xfrm>
              <a:off x="3730680" y="3290760"/>
              <a:ext cx="1548360" cy="20610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61" name="TextBox 38"/>
            <p:cNvSpPr/>
            <p:nvPr/>
          </p:nvSpPr>
          <p:spPr>
            <a:xfrm>
              <a:off x="3768480" y="3284640"/>
              <a:ext cx="147348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Capability</a:t>
              </a:r>
              <a:endParaRPr lang="en-US" sz="1800" b="0" strike="noStrike" spc="-1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Insights</a:t>
              </a:r>
              <a:endParaRPr lang="en-US" sz="1800" b="0" strike="noStrike" spc="-1">
                <a:latin typeface="Arial"/>
              </a:endParaRPr>
            </a:p>
          </p:txBody>
        </p:sp>
      </p:grpSp>
      <p:sp>
        <p:nvSpPr>
          <p:cNvPr id="62" name="Straight Arrow Connector 44"/>
          <p:cNvSpPr/>
          <p:nvPr/>
        </p:nvSpPr>
        <p:spPr>
          <a:xfrm>
            <a:off x="3338640" y="1695240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" name="Straight Arrow Connector 46"/>
          <p:cNvSpPr/>
          <p:nvPr/>
        </p:nvSpPr>
        <p:spPr>
          <a:xfrm>
            <a:off x="5383800" y="1695240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4" name="Straight Arrow Connector 47"/>
          <p:cNvSpPr/>
          <p:nvPr/>
        </p:nvSpPr>
        <p:spPr>
          <a:xfrm flipH="1">
            <a:off x="5370480" y="4419360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5" name="Straight Arrow Connector 49"/>
          <p:cNvSpPr/>
          <p:nvPr/>
        </p:nvSpPr>
        <p:spPr>
          <a:xfrm rot="16200000" flipH="1">
            <a:off x="6626160" y="2874240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6" name="Picture 52"/>
          <p:cNvPicPr/>
          <p:nvPr/>
        </p:nvPicPr>
        <p:blipFill>
          <a:blip r:embed="rId6"/>
          <a:stretch/>
        </p:blipFill>
        <p:spPr>
          <a:xfrm>
            <a:off x="5697360" y="834480"/>
            <a:ext cx="2171520" cy="1752120"/>
          </a:xfrm>
          <a:prstGeom prst="rect">
            <a:avLst/>
          </a:prstGeom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E426CD65-3F94-40C1-A1EC-C32FEB85D02C}"/>
              </a:ext>
            </a:extLst>
          </p:cNvPr>
          <p:cNvGrpSpPr/>
          <p:nvPr/>
        </p:nvGrpSpPr>
        <p:grpSpPr>
          <a:xfrm>
            <a:off x="1600200" y="1639079"/>
            <a:ext cx="1548360" cy="1600200"/>
            <a:chOff x="1600200" y="1828800"/>
            <a:chExt cx="1548360" cy="1600200"/>
          </a:xfrm>
        </p:grpSpPr>
        <p:sp>
          <p:nvSpPr>
            <p:cNvPr id="67" name="Rounded Rectangle 1"/>
            <p:cNvSpPr/>
            <p:nvPr/>
          </p:nvSpPr>
          <p:spPr>
            <a:xfrm>
              <a:off x="1600200" y="1828800"/>
              <a:ext cx="1548360" cy="16002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grpSp>
          <p:nvGrpSpPr>
            <p:cNvPr id="68" name="Group 3"/>
            <p:cNvGrpSpPr/>
            <p:nvPr/>
          </p:nvGrpSpPr>
          <p:grpSpPr>
            <a:xfrm>
              <a:off x="1846980" y="2250000"/>
              <a:ext cx="1054800" cy="1050480"/>
              <a:chOff x="1828800" y="2250000"/>
              <a:chExt cx="1054800" cy="1050480"/>
            </a:xfrm>
          </p:grpSpPr>
          <p:sp>
            <p:nvSpPr>
              <p:cNvPr id="69" name="Rectangle 2"/>
              <p:cNvSpPr/>
              <p:nvPr/>
            </p:nvSpPr>
            <p:spPr>
              <a:xfrm>
                <a:off x="1956600" y="2250000"/>
                <a:ext cx="803160" cy="10504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/>
              <a:lstStyle/>
              <a:p>
                <a:endParaRPr lang="en-US"/>
              </a:p>
            </p:txBody>
          </p:sp>
          <p:pic>
            <p:nvPicPr>
              <p:cNvPr id="70" name="Picture 2"/>
              <p:cNvPicPr/>
              <p:nvPr/>
            </p:nvPicPr>
            <p:blipFill>
              <a:blip r:embed="rId2"/>
              <a:stretch/>
            </p:blipFill>
            <p:spPr>
              <a:xfrm>
                <a:off x="1828800" y="2250000"/>
                <a:ext cx="1054800" cy="105048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1" name="TextBox 1"/>
            <p:cNvSpPr/>
            <p:nvPr/>
          </p:nvSpPr>
          <p:spPr>
            <a:xfrm>
              <a:off x="1628460" y="1900800"/>
              <a:ext cx="14918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Document</a:t>
              </a:r>
              <a:endParaRPr lang="en-US" sz="1800" b="0" strike="noStrike" spc="-1">
                <a:latin typeface="Arial"/>
              </a:endParaRPr>
            </a:p>
          </p:txBody>
        </p:sp>
      </p:grpSp>
      <p:sp>
        <p:nvSpPr>
          <p:cNvPr id="72" name="Straight Arrow Connector 1"/>
          <p:cNvSpPr/>
          <p:nvPr/>
        </p:nvSpPr>
        <p:spPr>
          <a:xfrm>
            <a:off x="3217650" y="1899363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77" name="Group 76"/>
          <p:cNvGrpSpPr/>
          <p:nvPr/>
        </p:nvGrpSpPr>
        <p:grpSpPr>
          <a:xfrm>
            <a:off x="1600200" y="682197"/>
            <a:ext cx="1548360" cy="685800"/>
            <a:chOff x="1600200" y="685800"/>
            <a:chExt cx="1548360" cy="685800"/>
          </a:xfrm>
        </p:grpSpPr>
        <p:sp>
          <p:nvSpPr>
            <p:cNvPr id="78" name="Rounded Rectangle 3"/>
            <p:cNvSpPr/>
            <p:nvPr/>
          </p:nvSpPr>
          <p:spPr>
            <a:xfrm>
              <a:off x="1600200" y="685800"/>
              <a:ext cx="1548360" cy="6858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TextBox 3"/>
            <p:cNvSpPr/>
            <p:nvPr/>
          </p:nvSpPr>
          <p:spPr>
            <a:xfrm>
              <a:off x="1706220" y="685800"/>
              <a:ext cx="1336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User 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Question</a:t>
              </a:r>
              <a:endParaRPr lang="en-US" sz="1800" b="0" strike="noStrike" spc="-1" dirty="0">
                <a:latin typeface="Arial"/>
              </a:endParaRPr>
            </a:p>
          </p:txBody>
        </p:sp>
      </p:grpSp>
      <p:sp>
        <p:nvSpPr>
          <p:cNvPr id="80" name="Straight Arrow Connector 2"/>
          <p:cNvSpPr/>
          <p:nvPr/>
        </p:nvSpPr>
        <p:spPr>
          <a:xfrm>
            <a:off x="3217650" y="1028520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DFD586C-1EEF-8565-949D-3C27276E45D4}"/>
              </a:ext>
            </a:extLst>
          </p:cNvPr>
          <p:cNvGrpSpPr/>
          <p:nvPr/>
        </p:nvGrpSpPr>
        <p:grpSpPr>
          <a:xfrm>
            <a:off x="3605130" y="682197"/>
            <a:ext cx="1548360" cy="2066760"/>
            <a:chOff x="3905100" y="685800"/>
            <a:chExt cx="1548360" cy="2066760"/>
          </a:xfrm>
        </p:grpSpPr>
        <p:sp>
          <p:nvSpPr>
            <p:cNvPr id="75" name="Rounded Rectangle 2"/>
            <p:cNvSpPr/>
            <p:nvPr/>
          </p:nvSpPr>
          <p:spPr>
            <a:xfrm>
              <a:off x="3905100" y="691560"/>
              <a:ext cx="1548360" cy="20610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TextBox 2"/>
            <p:cNvSpPr/>
            <p:nvPr/>
          </p:nvSpPr>
          <p:spPr>
            <a:xfrm>
              <a:off x="3917418" y="685800"/>
              <a:ext cx="1523728" cy="92187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Contextually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Grounded</a:t>
              </a: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Rewrite</a:t>
              </a:r>
              <a:endParaRPr lang="en-US" sz="1800" b="0" strike="noStrike" spc="-1" dirty="0">
                <a:latin typeface="Arial"/>
              </a:endParaRPr>
            </a:p>
          </p:txBody>
        </p:sp>
        <p:pic>
          <p:nvPicPr>
            <p:cNvPr id="81" name="Picture 80"/>
            <p:cNvPicPr/>
            <p:nvPr/>
          </p:nvPicPr>
          <p:blipFill>
            <a:blip r:embed="rId3"/>
            <a:srcRect l="39057" t="28094" r="38296" b="28573"/>
            <a:stretch>
              <a:fillRect/>
            </a:stretch>
          </p:blipFill>
          <p:spPr>
            <a:xfrm>
              <a:off x="4322568" y="1609200"/>
              <a:ext cx="713425" cy="1061172"/>
            </a:xfrm>
            <a:prstGeom prst="rect">
              <a:avLst/>
            </a:prstGeom>
            <a:ln w="0">
              <a:noFill/>
            </a:ln>
          </p:spPr>
        </p:pic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FE2814B-FCCE-83B4-6216-8DABACA44073}"/>
              </a:ext>
            </a:extLst>
          </p:cNvPr>
          <p:cNvGrpSpPr/>
          <p:nvPr/>
        </p:nvGrpSpPr>
        <p:grpSpPr>
          <a:xfrm>
            <a:off x="5635136" y="1372677"/>
            <a:ext cx="1740274" cy="685800"/>
            <a:chOff x="6172200" y="1371600"/>
            <a:chExt cx="1740274" cy="685800"/>
          </a:xfrm>
        </p:grpSpPr>
        <p:pic>
          <p:nvPicPr>
            <p:cNvPr id="74" name="Picture 73"/>
            <p:cNvPicPr>
              <a:picLocks noChangeAspect="1"/>
            </p:cNvPicPr>
            <p:nvPr/>
          </p:nvPicPr>
          <p:blipFill>
            <a:blip r:embed="rId4"/>
            <a:srcRect l="33649" t="42246" r="55406" b="44575"/>
            <a:stretch>
              <a:fillRect/>
            </a:stretch>
          </p:blipFill>
          <p:spPr>
            <a:xfrm>
              <a:off x="6223680" y="1475311"/>
              <a:ext cx="511062" cy="478379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2" name="Rounded Rectangle 3"/>
            <p:cNvSpPr/>
            <p:nvPr/>
          </p:nvSpPr>
          <p:spPr>
            <a:xfrm>
              <a:off x="6172200" y="1371600"/>
              <a:ext cx="1586160" cy="6858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TextBox 3"/>
            <p:cNvSpPr/>
            <p:nvPr/>
          </p:nvSpPr>
          <p:spPr>
            <a:xfrm>
              <a:off x="6574714" y="1395360"/>
              <a:ext cx="133776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Refined 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Question</a:t>
              </a:r>
              <a:endParaRPr lang="en-US" sz="1800" b="0" strike="noStrike" spc="-1" dirty="0">
                <a:latin typeface="Arial"/>
              </a:endParaRPr>
            </a:p>
          </p:txBody>
        </p:sp>
      </p:grpSp>
      <p:sp>
        <p:nvSpPr>
          <p:cNvPr id="84" name="Straight Arrow Connector 3"/>
          <p:cNvSpPr/>
          <p:nvPr/>
        </p:nvSpPr>
        <p:spPr>
          <a:xfrm>
            <a:off x="5248771" y="1715397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85" name="Group 5"/>
          <p:cNvGrpSpPr/>
          <p:nvPr/>
        </p:nvGrpSpPr>
        <p:grpSpPr>
          <a:xfrm>
            <a:off x="7704585" y="682197"/>
            <a:ext cx="1548360" cy="2067120"/>
            <a:chOff x="8738640" y="685800"/>
            <a:chExt cx="1548360" cy="2067120"/>
          </a:xfrm>
        </p:grpSpPr>
        <p:pic>
          <p:nvPicPr>
            <p:cNvPr id="86" name="Picture 5"/>
            <p:cNvPicPr/>
            <p:nvPr/>
          </p:nvPicPr>
          <p:blipFill>
            <a:blip r:embed="rId5"/>
            <a:srcRect l="82457" t="79726" r="3204" b="3660"/>
            <a:stretch/>
          </p:blipFill>
          <p:spPr>
            <a:xfrm>
              <a:off x="8988840" y="1609200"/>
              <a:ext cx="1048680" cy="919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7" name="Rounded Rectangle 4"/>
            <p:cNvSpPr/>
            <p:nvPr/>
          </p:nvSpPr>
          <p:spPr>
            <a:xfrm>
              <a:off x="8738640" y="691920"/>
              <a:ext cx="1548360" cy="20610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8" name="TextBox 4"/>
            <p:cNvSpPr/>
            <p:nvPr/>
          </p:nvSpPr>
          <p:spPr>
            <a:xfrm>
              <a:off x="8811360" y="685800"/>
              <a:ext cx="14047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Improved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Accuracy</a:t>
              </a:r>
              <a:endParaRPr lang="en-US" sz="1800" b="0" strike="noStrike" spc="-1" dirty="0">
                <a:latin typeface="Arial"/>
              </a:endParaRPr>
            </a:p>
          </p:txBody>
        </p:sp>
      </p:grpSp>
      <p:sp>
        <p:nvSpPr>
          <p:cNvPr id="89" name="Straight Arrow Connector 4"/>
          <p:cNvSpPr/>
          <p:nvPr/>
        </p:nvSpPr>
        <p:spPr>
          <a:xfrm>
            <a:off x="7304490" y="1706528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EDC8B-F5D4-38AF-FF92-484F01181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502C7A00-17DC-FF5B-0277-5BC9B1A952F8}"/>
              </a:ext>
            </a:extLst>
          </p:cNvPr>
          <p:cNvGrpSpPr/>
          <p:nvPr/>
        </p:nvGrpSpPr>
        <p:grpSpPr>
          <a:xfrm>
            <a:off x="1615190" y="1639079"/>
            <a:ext cx="1548360" cy="1600200"/>
            <a:chOff x="1600200" y="1828800"/>
            <a:chExt cx="1548360" cy="1600200"/>
          </a:xfrm>
        </p:grpSpPr>
        <p:sp>
          <p:nvSpPr>
            <p:cNvPr id="67" name="Rounded Rectangle 1">
              <a:extLst>
                <a:ext uri="{FF2B5EF4-FFF2-40B4-BE49-F238E27FC236}">
                  <a16:creationId xmlns:a16="http://schemas.microsoft.com/office/drawing/2014/main" id="{F46847FE-123C-4118-8B01-87B4DC707754}"/>
                </a:ext>
              </a:extLst>
            </p:cNvPr>
            <p:cNvSpPr/>
            <p:nvPr/>
          </p:nvSpPr>
          <p:spPr>
            <a:xfrm>
              <a:off x="1600200" y="1828800"/>
              <a:ext cx="1548360" cy="16002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grpSp>
          <p:nvGrpSpPr>
            <p:cNvPr id="68" name="Group 3">
              <a:extLst>
                <a:ext uri="{FF2B5EF4-FFF2-40B4-BE49-F238E27FC236}">
                  <a16:creationId xmlns:a16="http://schemas.microsoft.com/office/drawing/2014/main" id="{4AB0E00C-105E-CFEA-6C30-66F61F1F4EF9}"/>
                </a:ext>
              </a:extLst>
            </p:cNvPr>
            <p:cNvGrpSpPr/>
            <p:nvPr/>
          </p:nvGrpSpPr>
          <p:grpSpPr>
            <a:xfrm>
              <a:off x="1846980" y="2250000"/>
              <a:ext cx="1054800" cy="1050480"/>
              <a:chOff x="1828800" y="2250000"/>
              <a:chExt cx="1054800" cy="1050480"/>
            </a:xfrm>
          </p:grpSpPr>
          <p:sp>
            <p:nvSpPr>
              <p:cNvPr id="69" name="Rectangle 2">
                <a:extLst>
                  <a:ext uri="{FF2B5EF4-FFF2-40B4-BE49-F238E27FC236}">
                    <a16:creationId xmlns:a16="http://schemas.microsoft.com/office/drawing/2014/main" id="{89E9F0AD-301D-1EE2-0D49-52791B385580}"/>
                  </a:ext>
                </a:extLst>
              </p:cNvPr>
              <p:cNvSpPr/>
              <p:nvPr/>
            </p:nvSpPr>
            <p:spPr>
              <a:xfrm>
                <a:off x="1956600" y="2250000"/>
                <a:ext cx="803160" cy="1050480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/>
            </p:style>
            <p:txBody>
              <a:bodyPr/>
              <a:lstStyle/>
              <a:p>
                <a:endParaRPr lang="en-US"/>
              </a:p>
            </p:txBody>
          </p:sp>
          <p:pic>
            <p:nvPicPr>
              <p:cNvPr id="70" name="Picture 2">
                <a:extLst>
                  <a:ext uri="{FF2B5EF4-FFF2-40B4-BE49-F238E27FC236}">
                    <a16:creationId xmlns:a16="http://schemas.microsoft.com/office/drawing/2014/main" id="{C2E79030-200E-37B0-6D30-AC9B65869514}"/>
                  </a:ext>
                </a:extLst>
              </p:cNvPr>
              <p:cNvPicPr/>
              <p:nvPr/>
            </p:nvPicPr>
            <p:blipFill>
              <a:blip r:embed="rId2"/>
              <a:stretch/>
            </p:blipFill>
            <p:spPr>
              <a:xfrm>
                <a:off x="1828800" y="2250000"/>
                <a:ext cx="1054800" cy="1050480"/>
              </a:xfrm>
              <a:prstGeom prst="rect">
                <a:avLst/>
              </a:prstGeom>
              <a:ln w="0">
                <a:noFill/>
              </a:ln>
            </p:spPr>
          </p:pic>
        </p:grpSp>
        <p:sp>
          <p:nvSpPr>
            <p:cNvPr id="71" name="TextBox 1">
              <a:extLst>
                <a:ext uri="{FF2B5EF4-FFF2-40B4-BE49-F238E27FC236}">
                  <a16:creationId xmlns:a16="http://schemas.microsoft.com/office/drawing/2014/main" id="{E8D4549D-D7BF-B44F-65D8-DDD72662341B}"/>
                </a:ext>
              </a:extLst>
            </p:cNvPr>
            <p:cNvSpPr/>
            <p:nvPr/>
          </p:nvSpPr>
          <p:spPr>
            <a:xfrm>
              <a:off x="1628460" y="1900800"/>
              <a:ext cx="1491840" cy="364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>
                  <a:solidFill>
                    <a:srgbClr val="000000"/>
                  </a:solidFill>
                  <a:latin typeface="Aptos"/>
                </a:rPr>
                <a:t>Document</a:t>
              </a:r>
              <a:endParaRPr lang="en-US" sz="1800" b="0" strike="noStrike" spc="-1">
                <a:latin typeface="Arial"/>
              </a:endParaRPr>
            </a:p>
          </p:txBody>
        </p:sp>
      </p:grpSp>
      <p:sp>
        <p:nvSpPr>
          <p:cNvPr id="72" name="Straight Arrow Connector 1">
            <a:extLst>
              <a:ext uri="{FF2B5EF4-FFF2-40B4-BE49-F238E27FC236}">
                <a16:creationId xmlns:a16="http://schemas.microsoft.com/office/drawing/2014/main" id="{7DD52CCC-9D89-5704-1948-95812D04E64A}"/>
              </a:ext>
            </a:extLst>
          </p:cNvPr>
          <p:cNvSpPr/>
          <p:nvPr/>
        </p:nvSpPr>
        <p:spPr>
          <a:xfrm>
            <a:off x="3217650" y="1899363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77" name="Group 76">
            <a:extLst>
              <a:ext uri="{FF2B5EF4-FFF2-40B4-BE49-F238E27FC236}">
                <a16:creationId xmlns:a16="http://schemas.microsoft.com/office/drawing/2014/main" id="{AF73715D-A1E2-F619-FDBA-483FAF946246}"/>
              </a:ext>
            </a:extLst>
          </p:cNvPr>
          <p:cNvGrpSpPr/>
          <p:nvPr/>
        </p:nvGrpSpPr>
        <p:grpSpPr>
          <a:xfrm>
            <a:off x="1615190" y="682197"/>
            <a:ext cx="1548360" cy="685800"/>
            <a:chOff x="1600200" y="685800"/>
            <a:chExt cx="1548360" cy="685800"/>
          </a:xfrm>
        </p:grpSpPr>
        <p:sp>
          <p:nvSpPr>
            <p:cNvPr id="78" name="Rounded Rectangle 3">
              <a:extLst>
                <a:ext uri="{FF2B5EF4-FFF2-40B4-BE49-F238E27FC236}">
                  <a16:creationId xmlns:a16="http://schemas.microsoft.com/office/drawing/2014/main" id="{4B72787E-F9AD-461E-9D49-44228CB27141}"/>
                </a:ext>
              </a:extLst>
            </p:cNvPr>
            <p:cNvSpPr/>
            <p:nvPr/>
          </p:nvSpPr>
          <p:spPr>
            <a:xfrm>
              <a:off x="1600200" y="685800"/>
              <a:ext cx="1548360" cy="685800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9" name="TextBox 3">
              <a:extLst>
                <a:ext uri="{FF2B5EF4-FFF2-40B4-BE49-F238E27FC236}">
                  <a16:creationId xmlns:a16="http://schemas.microsoft.com/office/drawing/2014/main" id="{E5EE5830-32B0-CD30-AFD2-D3A3BDD0C4DE}"/>
                </a:ext>
              </a:extLst>
            </p:cNvPr>
            <p:cNvSpPr/>
            <p:nvPr/>
          </p:nvSpPr>
          <p:spPr>
            <a:xfrm>
              <a:off x="1706220" y="685800"/>
              <a:ext cx="13363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User 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Question</a:t>
              </a:r>
              <a:endParaRPr lang="en-US" sz="1800" b="0" strike="noStrike" spc="-1" dirty="0">
                <a:latin typeface="Arial"/>
              </a:endParaRPr>
            </a:p>
          </p:txBody>
        </p:sp>
      </p:grpSp>
      <p:sp>
        <p:nvSpPr>
          <p:cNvPr id="80" name="Straight Arrow Connector 2">
            <a:extLst>
              <a:ext uri="{FF2B5EF4-FFF2-40B4-BE49-F238E27FC236}">
                <a16:creationId xmlns:a16="http://schemas.microsoft.com/office/drawing/2014/main" id="{074F32D3-A73D-A3AD-89B4-FB7900D937E4}"/>
              </a:ext>
            </a:extLst>
          </p:cNvPr>
          <p:cNvSpPr/>
          <p:nvPr/>
        </p:nvSpPr>
        <p:spPr>
          <a:xfrm>
            <a:off x="3217650" y="1028520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FC33675-88C3-DB47-859A-D7F1F24AD5D4}"/>
              </a:ext>
            </a:extLst>
          </p:cNvPr>
          <p:cNvGrpSpPr/>
          <p:nvPr/>
        </p:nvGrpSpPr>
        <p:grpSpPr>
          <a:xfrm>
            <a:off x="3582645" y="682197"/>
            <a:ext cx="1548360" cy="2149448"/>
            <a:chOff x="3605130" y="682197"/>
            <a:chExt cx="1548360" cy="2149448"/>
          </a:xfrm>
        </p:grpSpPr>
        <p:sp>
          <p:nvSpPr>
            <p:cNvPr id="75" name="Rounded Rectangle 2">
              <a:extLst>
                <a:ext uri="{FF2B5EF4-FFF2-40B4-BE49-F238E27FC236}">
                  <a16:creationId xmlns:a16="http://schemas.microsoft.com/office/drawing/2014/main" id="{6BC62585-F654-73DE-7106-F3FA201FBA05}"/>
                </a:ext>
              </a:extLst>
            </p:cNvPr>
            <p:cNvSpPr/>
            <p:nvPr/>
          </p:nvSpPr>
          <p:spPr>
            <a:xfrm>
              <a:off x="3605130" y="687957"/>
              <a:ext cx="1548360" cy="2143688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6" name="TextBox 2">
              <a:extLst>
                <a:ext uri="{FF2B5EF4-FFF2-40B4-BE49-F238E27FC236}">
                  <a16:creationId xmlns:a16="http://schemas.microsoft.com/office/drawing/2014/main" id="{BCDC65EC-C1C2-A7E5-9B56-63C723B9039F}"/>
                </a:ext>
              </a:extLst>
            </p:cNvPr>
            <p:cNvSpPr/>
            <p:nvPr/>
          </p:nvSpPr>
          <p:spPr>
            <a:xfrm>
              <a:off x="3617448" y="682197"/>
              <a:ext cx="1523728" cy="921876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Contextually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Grounded</a:t>
              </a: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Rewrite</a:t>
              </a:r>
              <a:endParaRPr lang="en-US" sz="1800" b="0" strike="noStrike" spc="-1" dirty="0">
                <a:latin typeface="Arial"/>
              </a:endParaRPr>
            </a:p>
          </p:txBody>
        </p:sp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06E052F7-59DC-4EA0-81F8-6D073CAEAE5E}"/>
                </a:ext>
              </a:extLst>
            </p:cNvPr>
            <p:cNvPicPr/>
            <p:nvPr/>
          </p:nvPicPr>
          <p:blipFill>
            <a:blip r:embed="rId3"/>
            <a:srcRect l="39057" t="28094" r="38296" b="28573"/>
            <a:stretch>
              <a:fillRect/>
            </a:stretch>
          </p:blipFill>
          <p:spPr>
            <a:xfrm>
              <a:off x="4022598" y="1680547"/>
              <a:ext cx="713425" cy="1061172"/>
            </a:xfrm>
            <a:prstGeom prst="rect">
              <a:avLst/>
            </a:prstGeom>
            <a:ln w="0">
              <a:noFill/>
            </a:ln>
          </p:spPr>
        </p:pic>
      </p:grpSp>
      <p:sp>
        <p:nvSpPr>
          <p:cNvPr id="84" name="Straight Arrow Connector 3">
            <a:extLst>
              <a:ext uri="{FF2B5EF4-FFF2-40B4-BE49-F238E27FC236}">
                <a16:creationId xmlns:a16="http://schemas.microsoft.com/office/drawing/2014/main" id="{ECA4CE55-6D4E-8656-CA98-0C5F189BB7A5}"/>
              </a:ext>
            </a:extLst>
          </p:cNvPr>
          <p:cNvSpPr/>
          <p:nvPr/>
        </p:nvSpPr>
        <p:spPr>
          <a:xfrm>
            <a:off x="5181316" y="1715397"/>
            <a:ext cx="31176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4450">
            <a:solidFill>
              <a:srgbClr val="00000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98C43603-59DC-82D5-3F11-C8A2C18765C5}"/>
              </a:ext>
            </a:extLst>
          </p:cNvPr>
          <p:cNvGrpSpPr/>
          <p:nvPr/>
        </p:nvGrpSpPr>
        <p:grpSpPr>
          <a:xfrm>
            <a:off x="5535110" y="682197"/>
            <a:ext cx="1710294" cy="2149808"/>
            <a:chOff x="5635136" y="1372677"/>
            <a:chExt cx="1710294" cy="2149808"/>
          </a:xfrm>
        </p:grpSpPr>
        <p:pic>
          <p:nvPicPr>
            <p:cNvPr id="74" name="Picture 73">
              <a:extLst>
                <a:ext uri="{FF2B5EF4-FFF2-40B4-BE49-F238E27FC236}">
                  <a16:creationId xmlns:a16="http://schemas.microsoft.com/office/drawing/2014/main" id="{6B51C11D-762A-C3EC-E54D-407B396E9A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3649" t="42246" r="55406" b="44575"/>
            <a:stretch>
              <a:fillRect/>
            </a:stretch>
          </p:blipFill>
          <p:spPr>
            <a:xfrm>
              <a:off x="5686616" y="1476388"/>
              <a:ext cx="511062" cy="478379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2" name="Rounded Rectangle 3">
              <a:extLst>
                <a:ext uri="{FF2B5EF4-FFF2-40B4-BE49-F238E27FC236}">
                  <a16:creationId xmlns:a16="http://schemas.microsoft.com/office/drawing/2014/main" id="{5A0DBE31-3C98-9DA1-E466-A05B7AAED1FA}"/>
                </a:ext>
              </a:extLst>
            </p:cNvPr>
            <p:cNvSpPr/>
            <p:nvPr/>
          </p:nvSpPr>
          <p:spPr>
            <a:xfrm>
              <a:off x="5635136" y="1372677"/>
              <a:ext cx="1586160" cy="2149808"/>
            </a:xfrm>
            <a:prstGeom prst="roundRect">
              <a:avLst>
                <a:gd name="adj" fmla="val 16667"/>
              </a:avLst>
            </a:prstGeom>
            <a:noFill/>
            <a:ln w="25400">
              <a:solidFill>
                <a:srgbClr val="00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83" name="TextBox 3">
              <a:extLst>
                <a:ext uri="{FF2B5EF4-FFF2-40B4-BE49-F238E27FC236}">
                  <a16:creationId xmlns:a16="http://schemas.microsoft.com/office/drawing/2014/main" id="{4CC07D19-D30F-5B93-4FEC-8F37760CF52B}"/>
                </a:ext>
              </a:extLst>
            </p:cNvPr>
            <p:cNvSpPr/>
            <p:nvPr/>
          </p:nvSpPr>
          <p:spPr>
            <a:xfrm>
              <a:off x="6007670" y="1396437"/>
              <a:ext cx="133776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Refined 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Question</a:t>
              </a:r>
              <a:endParaRPr lang="en-US" sz="1800" b="0" strike="noStrike" spc="-1" dirty="0">
                <a:latin typeface="Arial"/>
              </a:endParaRPr>
            </a:p>
          </p:txBody>
        </p:sp>
        <p:pic>
          <p:nvPicPr>
            <p:cNvPr id="86" name="Picture 5">
              <a:extLst>
                <a:ext uri="{FF2B5EF4-FFF2-40B4-BE49-F238E27FC236}">
                  <a16:creationId xmlns:a16="http://schemas.microsoft.com/office/drawing/2014/main" id="{BF5CF862-F65B-6182-DFA5-4C09203B12F0}"/>
                </a:ext>
              </a:extLst>
            </p:cNvPr>
            <p:cNvPicPr/>
            <p:nvPr/>
          </p:nvPicPr>
          <p:blipFill>
            <a:blip r:embed="rId5"/>
            <a:srcRect l="82457" t="79726" r="3204" b="3660"/>
            <a:stretch/>
          </p:blipFill>
          <p:spPr>
            <a:xfrm>
              <a:off x="5903876" y="1954767"/>
              <a:ext cx="1048680" cy="919440"/>
            </a:xfrm>
            <a:prstGeom prst="rect">
              <a:avLst/>
            </a:prstGeom>
            <a:ln w="0">
              <a:noFill/>
            </a:ln>
          </p:spPr>
        </p:pic>
        <p:sp>
          <p:nvSpPr>
            <p:cNvPr id="88" name="TextBox 4">
              <a:extLst>
                <a:ext uri="{FF2B5EF4-FFF2-40B4-BE49-F238E27FC236}">
                  <a16:creationId xmlns:a16="http://schemas.microsoft.com/office/drawing/2014/main" id="{0C45D2A2-4C65-EF4A-5CFF-2FFB415D7DE0}"/>
                </a:ext>
              </a:extLst>
            </p:cNvPr>
            <p:cNvSpPr/>
            <p:nvPr/>
          </p:nvSpPr>
          <p:spPr>
            <a:xfrm>
              <a:off x="5725856" y="2874207"/>
              <a:ext cx="1404720" cy="63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wrap="none" lIns="90000" tIns="45000" rIns="90000" bIns="45000" anchor="t">
              <a:spAutoFit/>
            </a:bodyPr>
            <a:lstStyle/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Improved</a:t>
              </a:r>
              <a:endParaRPr lang="en-US" sz="1800" b="0" strike="noStrike" spc="-1" dirty="0">
                <a:latin typeface="Arial"/>
              </a:endParaRPr>
            </a:p>
            <a:p>
              <a:pPr algn="ctr">
                <a:lnSpc>
                  <a:spcPct val="100000"/>
                </a:lnSpc>
                <a:buNone/>
              </a:pPr>
              <a:r>
                <a:rPr lang="en-US" sz="1800" b="1" strike="noStrike" spc="-1" dirty="0">
                  <a:solidFill>
                    <a:srgbClr val="000000"/>
                  </a:solidFill>
                  <a:latin typeface="Aptos"/>
                </a:rPr>
                <a:t>Accuracy</a:t>
              </a:r>
              <a:endParaRPr lang="en-US" sz="1800" b="0" strike="noStrike" spc="-1" dirty="0">
                <a:latin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557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65</TotalTime>
  <Words>27</Words>
  <Application>Microsoft Macintosh PowerPoint</Application>
  <PresentationFormat>Widescreen</PresentationFormat>
  <Paragraphs>27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10" baseType="lpstr">
      <vt:lpstr>Aptos</vt:lpstr>
      <vt:lpstr>Aptos Display</vt:lpstr>
      <vt:lpstr>Arial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Majurski, Michael Paul (Fed)</dc:creator>
  <dc:description/>
  <cp:lastModifiedBy>Majurski, Michael (Fed)</cp:lastModifiedBy>
  <cp:revision>6</cp:revision>
  <dcterms:created xsi:type="dcterms:W3CDTF">2025-05-11T16:34:31Z</dcterms:created>
  <dcterms:modified xsi:type="dcterms:W3CDTF">2025-10-06T16:10:28Z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Widescreen</vt:lpwstr>
  </property>
  <property fmtid="{D5CDD505-2E9C-101B-9397-08002B2CF9AE}" pid="3" name="Slides">
    <vt:i4>1</vt:i4>
  </property>
</Properties>
</file>