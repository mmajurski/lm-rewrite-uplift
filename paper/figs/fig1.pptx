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9"/>
    <p:restoredTop sz="94629"/>
  </p:normalViewPr>
  <p:slideViewPr>
    <p:cSldViewPr snapToGrid="0">
      <p:cViewPr>
        <p:scale>
          <a:sx n="122" d="100"/>
          <a:sy n="122" d="100"/>
        </p:scale>
        <p:origin x="28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61A2E55-66FD-4C4E-B8F3-CD1083CD9B0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F86F12-81D7-4F1A-9DB4-17CCAFE5404B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6869BCC-2E21-4324-9830-5F859952CBB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5F272DF-C09F-48C1-833C-7F101FBC6AE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270AA5C-C0AB-4212-8A5A-19B18B490AE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FB9D6C1-BD34-4779-BD69-29D1DAB4D2B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EEA320-36D1-46CD-A098-9307204F3AC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13ECDB-E04A-4381-A166-3F02C4BBB0A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768B82A-920F-4F44-BDB7-2097C0686D7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E3E925A-FD1A-4465-B5DD-244857143D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161E878-C650-4E8D-BA9E-4703F73AB6C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50BECAC-D7D7-428D-8494-4507B88BE29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87878"/>
                </a:solidFill>
                <a:latin typeface="Aptos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197F18-531C-4200-A2BB-DD1C5B5F5301}" type="slidenum">
              <a:rPr lang="en-US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50"/>
          <p:cNvGrpSpPr/>
          <p:nvPr/>
        </p:nvGrpSpPr>
        <p:grpSpPr>
          <a:xfrm>
            <a:off x="1688040" y="609480"/>
            <a:ext cx="1548360" cy="2061000"/>
            <a:chOff x="1688040" y="609480"/>
            <a:chExt cx="1548360" cy="2061000"/>
          </a:xfrm>
        </p:grpSpPr>
        <p:grpSp>
          <p:nvGrpSpPr>
            <p:cNvPr id="42" name="Group 8"/>
            <p:cNvGrpSpPr/>
            <p:nvPr/>
          </p:nvGrpSpPr>
          <p:grpSpPr>
            <a:xfrm>
              <a:off x="1702080" y="1454040"/>
              <a:ext cx="1054800" cy="1050480"/>
              <a:chOff x="1702080" y="1454040"/>
              <a:chExt cx="1054800" cy="1050480"/>
            </a:xfrm>
          </p:grpSpPr>
          <p:sp>
            <p:nvSpPr>
              <p:cNvPr id="43" name="Rectangle 7"/>
              <p:cNvSpPr/>
              <p:nvPr/>
            </p:nvSpPr>
            <p:spPr>
              <a:xfrm>
                <a:off x="1829880" y="145404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44" name="Picture 4"/>
              <p:cNvPicPr/>
              <p:nvPr/>
            </p:nvPicPr>
            <p:blipFill>
              <a:blip r:embed="rId2"/>
              <a:stretch/>
            </p:blipFill>
            <p:spPr>
              <a:xfrm>
                <a:off x="1702080" y="1454040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5" name="Rounded Rectangle 5"/>
            <p:cNvSpPr/>
            <p:nvPr/>
          </p:nvSpPr>
          <p:spPr>
            <a:xfrm>
              <a:off x="1688040" y="609480"/>
              <a:ext cx="1548360" cy="20610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46" name="Group 12"/>
            <p:cNvGrpSpPr/>
            <p:nvPr/>
          </p:nvGrpSpPr>
          <p:grpSpPr>
            <a:xfrm>
              <a:off x="1927440" y="1330200"/>
              <a:ext cx="1054800" cy="1050480"/>
              <a:chOff x="1927440" y="1330200"/>
              <a:chExt cx="1054800" cy="1050480"/>
            </a:xfrm>
          </p:grpSpPr>
          <p:sp>
            <p:nvSpPr>
              <p:cNvPr id="47" name="Rectangle 13"/>
              <p:cNvSpPr/>
              <p:nvPr/>
            </p:nvSpPr>
            <p:spPr>
              <a:xfrm>
                <a:off x="2055240" y="133020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48" name="Picture 14"/>
              <p:cNvPicPr/>
              <p:nvPr/>
            </p:nvPicPr>
            <p:blipFill>
              <a:blip r:embed="rId2"/>
              <a:stretch/>
            </p:blipFill>
            <p:spPr>
              <a:xfrm>
                <a:off x="1927440" y="1330200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9" name="Group 15"/>
            <p:cNvGrpSpPr/>
            <p:nvPr/>
          </p:nvGrpSpPr>
          <p:grpSpPr>
            <a:xfrm>
              <a:off x="2167920" y="1219320"/>
              <a:ext cx="1054800" cy="1050480"/>
              <a:chOff x="2167920" y="1219320"/>
              <a:chExt cx="1054800" cy="1050480"/>
            </a:xfrm>
          </p:grpSpPr>
          <p:sp>
            <p:nvSpPr>
              <p:cNvPr id="50" name="Rectangle 16"/>
              <p:cNvSpPr/>
              <p:nvPr/>
            </p:nvSpPr>
            <p:spPr>
              <a:xfrm>
                <a:off x="2295720" y="121932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51" name="Picture 17"/>
              <p:cNvPicPr/>
              <p:nvPr/>
            </p:nvPicPr>
            <p:blipFill>
              <a:blip r:embed="rId2"/>
              <a:stretch/>
            </p:blipFill>
            <p:spPr>
              <a:xfrm>
                <a:off x="2167920" y="1219320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2" name="TextBox 18"/>
            <p:cNvSpPr/>
            <p:nvPr/>
          </p:nvSpPr>
          <p:spPr>
            <a:xfrm>
              <a:off x="1708560" y="609480"/>
              <a:ext cx="14918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Corpus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53" name="Group 40"/>
          <p:cNvGrpSpPr/>
          <p:nvPr/>
        </p:nvGrpSpPr>
        <p:grpSpPr>
          <a:xfrm>
            <a:off x="3691440" y="609480"/>
            <a:ext cx="1627560" cy="2066760"/>
            <a:chOff x="3691440" y="609480"/>
            <a:chExt cx="1627560" cy="2066760"/>
          </a:xfrm>
        </p:grpSpPr>
        <p:sp>
          <p:nvSpPr>
            <p:cNvPr id="54" name="Rounded Rectangle 19"/>
            <p:cNvSpPr/>
            <p:nvPr/>
          </p:nvSpPr>
          <p:spPr>
            <a:xfrm>
              <a:off x="3730680" y="615240"/>
              <a:ext cx="1548360" cy="20610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TextBox 20"/>
            <p:cNvSpPr/>
            <p:nvPr/>
          </p:nvSpPr>
          <p:spPr>
            <a:xfrm>
              <a:off x="3691440" y="609480"/>
              <a:ext cx="162756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Automated</a:t>
              </a:r>
              <a:endParaRPr lang="en-US" sz="1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Benchmark</a:t>
              </a:r>
              <a:endParaRPr lang="en-US" sz="1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Generation</a:t>
              </a:r>
              <a:endParaRPr lang="en-US" sz="1800" b="0" strike="noStrike" spc="-1">
                <a:latin typeface="Arial"/>
              </a:endParaRPr>
            </a:p>
          </p:txBody>
        </p:sp>
        <p:pic>
          <p:nvPicPr>
            <p:cNvPr id="56" name="Picture 22"/>
            <p:cNvPicPr/>
            <p:nvPr/>
          </p:nvPicPr>
          <p:blipFill>
            <a:blip r:embed="rId3"/>
            <a:stretch/>
          </p:blipFill>
          <p:spPr>
            <a:xfrm>
              <a:off x="4068360" y="1585080"/>
              <a:ext cx="873000" cy="8730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57" name="Picture 32"/>
          <p:cNvPicPr/>
          <p:nvPr/>
        </p:nvPicPr>
        <p:blipFill>
          <a:blip r:embed="rId4"/>
          <a:stretch/>
        </p:blipFill>
        <p:spPr>
          <a:xfrm>
            <a:off x="5618520" y="3044880"/>
            <a:ext cx="2546280" cy="2546280"/>
          </a:xfrm>
          <a:prstGeom prst="rect">
            <a:avLst/>
          </a:prstGeom>
          <a:ln w="0">
            <a:noFill/>
          </a:ln>
        </p:spPr>
      </p:pic>
      <p:grpSp>
        <p:nvGrpSpPr>
          <p:cNvPr id="58" name="Group 39"/>
          <p:cNvGrpSpPr/>
          <p:nvPr/>
        </p:nvGrpSpPr>
        <p:grpSpPr>
          <a:xfrm>
            <a:off x="3730680" y="3284640"/>
            <a:ext cx="1548360" cy="2067120"/>
            <a:chOff x="3730680" y="3284640"/>
            <a:chExt cx="1548360" cy="2067120"/>
          </a:xfrm>
        </p:grpSpPr>
        <p:pic>
          <p:nvPicPr>
            <p:cNvPr id="59" name="Picture 36"/>
            <p:cNvPicPr/>
            <p:nvPr/>
          </p:nvPicPr>
          <p:blipFill>
            <a:blip r:embed="rId5"/>
            <a:srcRect l="82457" t="79726" r="3204" b="3660"/>
            <a:stretch/>
          </p:blipFill>
          <p:spPr>
            <a:xfrm>
              <a:off x="3980880" y="4208040"/>
              <a:ext cx="1048680" cy="919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0" name="Rounded Rectangle 37"/>
            <p:cNvSpPr/>
            <p:nvPr/>
          </p:nvSpPr>
          <p:spPr>
            <a:xfrm>
              <a:off x="3730680" y="3290760"/>
              <a:ext cx="1548360" cy="20610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TextBox 38"/>
            <p:cNvSpPr/>
            <p:nvPr/>
          </p:nvSpPr>
          <p:spPr>
            <a:xfrm>
              <a:off x="3768480" y="3284640"/>
              <a:ext cx="14734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Capability</a:t>
              </a:r>
              <a:endParaRPr lang="en-US" sz="1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Insights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62" name="Straight Arrow Connector 44"/>
          <p:cNvSpPr/>
          <p:nvPr/>
        </p:nvSpPr>
        <p:spPr>
          <a:xfrm>
            <a:off x="3338640" y="1695240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3" name="Straight Arrow Connector 46"/>
          <p:cNvSpPr/>
          <p:nvPr/>
        </p:nvSpPr>
        <p:spPr>
          <a:xfrm>
            <a:off x="5383800" y="1695240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4" name="Straight Arrow Connector 47"/>
          <p:cNvSpPr/>
          <p:nvPr/>
        </p:nvSpPr>
        <p:spPr>
          <a:xfrm flipH="1">
            <a:off x="5370480" y="4419360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5" name="Straight Arrow Connector 49"/>
          <p:cNvSpPr/>
          <p:nvPr/>
        </p:nvSpPr>
        <p:spPr>
          <a:xfrm rot="16200000" flipH="1">
            <a:off x="6626160" y="2874240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6" name="Picture 52"/>
          <p:cNvPicPr/>
          <p:nvPr/>
        </p:nvPicPr>
        <p:blipFill>
          <a:blip r:embed="rId6"/>
          <a:stretch/>
        </p:blipFill>
        <p:spPr>
          <a:xfrm>
            <a:off x="5697360" y="834480"/>
            <a:ext cx="2171520" cy="175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426CD65-3F94-40C1-A1EC-C32FEB85D02C}"/>
              </a:ext>
            </a:extLst>
          </p:cNvPr>
          <p:cNvGrpSpPr/>
          <p:nvPr/>
        </p:nvGrpSpPr>
        <p:grpSpPr>
          <a:xfrm>
            <a:off x="1600200" y="1639079"/>
            <a:ext cx="1548360" cy="1600200"/>
            <a:chOff x="1600200" y="1828800"/>
            <a:chExt cx="1548360" cy="1600200"/>
          </a:xfrm>
        </p:grpSpPr>
        <p:sp>
          <p:nvSpPr>
            <p:cNvPr id="67" name="Rounded Rectangle 1"/>
            <p:cNvSpPr/>
            <p:nvPr/>
          </p:nvSpPr>
          <p:spPr>
            <a:xfrm>
              <a:off x="1600200" y="1828800"/>
              <a:ext cx="1548360" cy="16002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68" name="Group 3"/>
            <p:cNvGrpSpPr/>
            <p:nvPr/>
          </p:nvGrpSpPr>
          <p:grpSpPr>
            <a:xfrm>
              <a:off x="1846980" y="2250000"/>
              <a:ext cx="1054800" cy="1050480"/>
              <a:chOff x="1828800" y="2250000"/>
              <a:chExt cx="1054800" cy="1050480"/>
            </a:xfrm>
          </p:grpSpPr>
          <p:sp>
            <p:nvSpPr>
              <p:cNvPr id="69" name="Rectangle 2"/>
              <p:cNvSpPr/>
              <p:nvPr/>
            </p:nvSpPr>
            <p:spPr>
              <a:xfrm>
                <a:off x="1956600" y="225000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70" name="Picture 2"/>
              <p:cNvPicPr/>
              <p:nvPr/>
            </p:nvPicPr>
            <p:blipFill>
              <a:blip r:embed="rId2"/>
              <a:stretch/>
            </p:blipFill>
            <p:spPr>
              <a:xfrm>
                <a:off x="1828800" y="2250000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1" name="TextBox 1"/>
            <p:cNvSpPr/>
            <p:nvPr/>
          </p:nvSpPr>
          <p:spPr>
            <a:xfrm>
              <a:off x="1628460" y="1900800"/>
              <a:ext cx="1491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72" name="Straight Arrow Connector 1"/>
          <p:cNvSpPr/>
          <p:nvPr/>
        </p:nvSpPr>
        <p:spPr>
          <a:xfrm>
            <a:off x="3217650" y="1899363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77" name="Group 76"/>
          <p:cNvGrpSpPr/>
          <p:nvPr/>
        </p:nvGrpSpPr>
        <p:grpSpPr>
          <a:xfrm>
            <a:off x="1600200" y="682197"/>
            <a:ext cx="1548360" cy="685800"/>
            <a:chOff x="1600200" y="685800"/>
            <a:chExt cx="1548360" cy="685800"/>
          </a:xfrm>
        </p:grpSpPr>
        <p:sp>
          <p:nvSpPr>
            <p:cNvPr id="78" name="Rounded Rectangle 3"/>
            <p:cNvSpPr/>
            <p:nvPr/>
          </p:nvSpPr>
          <p:spPr>
            <a:xfrm>
              <a:off x="1600200" y="685800"/>
              <a:ext cx="1548360" cy="6858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TextBox 3"/>
            <p:cNvSpPr/>
            <p:nvPr/>
          </p:nvSpPr>
          <p:spPr>
            <a:xfrm>
              <a:off x="1706220" y="685800"/>
              <a:ext cx="13363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User 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80" name="Straight Arrow Connector 2"/>
          <p:cNvSpPr/>
          <p:nvPr/>
        </p:nvSpPr>
        <p:spPr>
          <a:xfrm>
            <a:off x="3217650" y="1028520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FD586C-1EEF-8565-949D-3C27276E45D4}"/>
              </a:ext>
            </a:extLst>
          </p:cNvPr>
          <p:cNvGrpSpPr/>
          <p:nvPr/>
        </p:nvGrpSpPr>
        <p:grpSpPr>
          <a:xfrm>
            <a:off x="3605130" y="682197"/>
            <a:ext cx="1548360" cy="2066760"/>
            <a:chOff x="3905100" y="685800"/>
            <a:chExt cx="1548360" cy="2066760"/>
          </a:xfrm>
        </p:grpSpPr>
        <p:sp>
          <p:nvSpPr>
            <p:cNvPr id="75" name="Rounded Rectangle 2"/>
            <p:cNvSpPr/>
            <p:nvPr/>
          </p:nvSpPr>
          <p:spPr>
            <a:xfrm>
              <a:off x="3905100" y="691560"/>
              <a:ext cx="1548360" cy="20610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TextBox 2"/>
            <p:cNvSpPr/>
            <p:nvPr/>
          </p:nvSpPr>
          <p:spPr>
            <a:xfrm>
              <a:off x="3917418" y="685800"/>
              <a:ext cx="1523728" cy="921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Contextually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Grounded</a:t>
              </a: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Rewrite</a:t>
              </a:r>
              <a:endParaRPr lang="en-US" sz="1800" b="0" strike="noStrike" spc="-1" dirty="0">
                <a:latin typeface="Arial"/>
              </a:endParaRPr>
            </a:p>
          </p:txBody>
        </p:sp>
        <p:pic>
          <p:nvPicPr>
            <p:cNvPr id="81" name="Picture 80"/>
            <p:cNvPicPr/>
            <p:nvPr/>
          </p:nvPicPr>
          <p:blipFill>
            <a:blip r:embed="rId3"/>
            <a:srcRect l="39057" t="28094" r="38296" b="28573"/>
            <a:stretch>
              <a:fillRect/>
            </a:stretch>
          </p:blipFill>
          <p:spPr>
            <a:xfrm>
              <a:off x="4322568" y="1609200"/>
              <a:ext cx="713425" cy="1061172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FE2814B-FCCE-83B4-6216-8DABACA44073}"/>
              </a:ext>
            </a:extLst>
          </p:cNvPr>
          <p:cNvGrpSpPr/>
          <p:nvPr/>
        </p:nvGrpSpPr>
        <p:grpSpPr>
          <a:xfrm>
            <a:off x="5635136" y="1372677"/>
            <a:ext cx="1740274" cy="685800"/>
            <a:chOff x="6172200" y="1371600"/>
            <a:chExt cx="1740274" cy="685800"/>
          </a:xfrm>
        </p:grpSpPr>
        <p:pic>
          <p:nvPicPr>
            <p:cNvPr id="74" name="Picture 73"/>
            <p:cNvPicPr>
              <a:picLocks noChangeAspect="1"/>
            </p:cNvPicPr>
            <p:nvPr/>
          </p:nvPicPr>
          <p:blipFill>
            <a:blip r:embed="rId4"/>
            <a:srcRect l="33649" t="42246" r="55406" b="44575"/>
            <a:stretch>
              <a:fillRect/>
            </a:stretch>
          </p:blipFill>
          <p:spPr>
            <a:xfrm>
              <a:off x="6223680" y="1475311"/>
              <a:ext cx="511062" cy="47837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2" name="Rounded Rectangle 3"/>
            <p:cNvSpPr/>
            <p:nvPr/>
          </p:nvSpPr>
          <p:spPr>
            <a:xfrm>
              <a:off x="6172200" y="1371600"/>
              <a:ext cx="1586160" cy="6858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TextBox 3"/>
            <p:cNvSpPr/>
            <p:nvPr/>
          </p:nvSpPr>
          <p:spPr>
            <a:xfrm>
              <a:off x="6574714" y="1395360"/>
              <a:ext cx="13377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 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84" name="Straight Arrow Connector 3"/>
          <p:cNvSpPr/>
          <p:nvPr/>
        </p:nvSpPr>
        <p:spPr>
          <a:xfrm>
            <a:off x="5248771" y="1715397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85" name="Group 5"/>
          <p:cNvGrpSpPr/>
          <p:nvPr/>
        </p:nvGrpSpPr>
        <p:grpSpPr>
          <a:xfrm>
            <a:off x="7704585" y="682197"/>
            <a:ext cx="1548360" cy="2067120"/>
            <a:chOff x="8738640" y="685800"/>
            <a:chExt cx="1548360" cy="2067120"/>
          </a:xfrm>
        </p:grpSpPr>
        <p:pic>
          <p:nvPicPr>
            <p:cNvPr id="86" name="Picture 5"/>
            <p:cNvPicPr/>
            <p:nvPr/>
          </p:nvPicPr>
          <p:blipFill>
            <a:blip r:embed="rId5"/>
            <a:srcRect l="82457" t="79726" r="3204" b="3660"/>
            <a:stretch/>
          </p:blipFill>
          <p:spPr>
            <a:xfrm>
              <a:off x="8988840" y="1609200"/>
              <a:ext cx="1048680" cy="919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7" name="Rounded Rectangle 4"/>
            <p:cNvSpPr/>
            <p:nvPr/>
          </p:nvSpPr>
          <p:spPr>
            <a:xfrm>
              <a:off x="8738640" y="691920"/>
              <a:ext cx="1548360" cy="20610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TextBox 4"/>
            <p:cNvSpPr/>
            <p:nvPr/>
          </p:nvSpPr>
          <p:spPr>
            <a:xfrm>
              <a:off x="8811360" y="685800"/>
              <a:ext cx="14047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Accuracy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89" name="Straight Arrow Connector 4"/>
          <p:cNvSpPr/>
          <p:nvPr/>
        </p:nvSpPr>
        <p:spPr>
          <a:xfrm>
            <a:off x="7304490" y="1706528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DC8B-F5D4-38AF-FF92-484F0118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2C7A00-17DC-FF5B-0277-5BC9B1A952F8}"/>
              </a:ext>
            </a:extLst>
          </p:cNvPr>
          <p:cNvGrpSpPr/>
          <p:nvPr/>
        </p:nvGrpSpPr>
        <p:grpSpPr>
          <a:xfrm>
            <a:off x="3125492" y="2892526"/>
            <a:ext cx="1548360" cy="1600200"/>
            <a:chOff x="1600200" y="1828800"/>
            <a:chExt cx="1548360" cy="1600200"/>
          </a:xfrm>
        </p:grpSpPr>
        <p:sp>
          <p:nvSpPr>
            <p:cNvPr id="67" name="Rounded Rectangle 1">
              <a:extLst>
                <a:ext uri="{FF2B5EF4-FFF2-40B4-BE49-F238E27FC236}">
                  <a16:creationId xmlns:a16="http://schemas.microsoft.com/office/drawing/2014/main" id="{F46847FE-123C-4118-8B01-87B4DC707754}"/>
                </a:ext>
              </a:extLst>
            </p:cNvPr>
            <p:cNvSpPr/>
            <p:nvPr/>
          </p:nvSpPr>
          <p:spPr>
            <a:xfrm>
              <a:off x="1600200" y="1828800"/>
              <a:ext cx="1548360" cy="1600200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68" name="Group 3">
              <a:extLst>
                <a:ext uri="{FF2B5EF4-FFF2-40B4-BE49-F238E27FC236}">
                  <a16:creationId xmlns:a16="http://schemas.microsoft.com/office/drawing/2014/main" id="{4AB0E00C-105E-CFEA-6C30-66F61F1F4EF9}"/>
                </a:ext>
              </a:extLst>
            </p:cNvPr>
            <p:cNvGrpSpPr/>
            <p:nvPr/>
          </p:nvGrpSpPr>
          <p:grpSpPr>
            <a:xfrm>
              <a:off x="1846980" y="2250000"/>
              <a:ext cx="1054800" cy="1050480"/>
              <a:chOff x="1828800" y="2250000"/>
              <a:chExt cx="1054800" cy="1050480"/>
            </a:xfrm>
          </p:grpSpPr>
          <p:sp>
            <p:nvSpPr>
              <p:cNvPr id="69" name="Rectangle 2">
                <a:extLst>
                  <a:ext uri="{FF2B5EF4-FFF2-40B4-BE49-F238E27FC236}">
                    <a16:creationId xmlns:a16="http://schemas.microsoft.com/office/drawing/2014/main" id="{89E9F0AD-301D-1EE2-0D49-52791B385580}"/>
                  </a:ext>
                </a:extLst>
              </p:cNvPr>
              <p:cNvSpPr/>
              <p:nvPr/>
            </p:nvSpPr>
            <p:spPr>
              <a:xfrm>
                <a:off x="1956600" y="225000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70" name="Picture 2">
                <a:extLst>
                  <a:ext uri="{FF2B5EF4-FFF2-40B4-BE49-F238E27FC236}">
                    <a16:creationId xmlns:a16="http://schemas.microsoft.com/office/drawing/2014/main" id="{C2E79030-200E-37B0-6D30-AC9B65869514}"/>
                  </a:ext>
                </a:extLst>
              </p:cNvPr>
              <p:cNvPicPr/>
              <p:nvPr/>
            </p:nvPicPr>
            <p:blipFill>
              <a:blip r:embed="rId2"/>
              <a:stretch/>
            </p:blipFill>
            <p:spPr>
              <a:xfrm>
                <a:off x="1828800" y="2250000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1" name="TextBox 1">
              <a:extLst>
                <a:ext uri="{FF2B5EF4-FFF2-40B4-BE49-F238E27FC236}">
                  <a16:creationId xmlns:a16="http://schemas.microsoft.com/office/drawing/2014/main" id="{E8D4549D-D7BF-B44F-65D8-DDD72662341B}"/>
                </a:ext>
              </a:extLst>
            </p:cNvPr>
            <p:cNvSpPr/>
            <p:nvPr/>
          </p:nvSpPr>
          <p:spPr>
            <a:xfrm>
              <a:off x="1628460" y="1900800"/>
              <a:ext cx="1491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72" name="Straight Arrow Connector 1">
            <a:extLst>
              <a:ext uri="{FF2B5EF4-FFF2-40B4-BE49-F238E27FC236}">
                <a16:creationId xmlns:a16="http://schemas.microsoft.com/office/drawing/2014/main" id="{7DD52CCC-9D89-5704-1948-95812D04E64A}"/>
              </a:ext>
            </a:extLst>
          </p:cNvPr>
          <p:cNvSpPr/>
          <p:nvPr/>
        </p:nvSpPr>
        <p:spPr>
          <a:xfrm>
            <a:off x="4727952" y="3152810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F73715D-A1E2-F619-FDBA-483FAF946246}"/>
              </a:ext>
            </a:extLst>
          </p:cNvPr>
          <p:cNvGrpSpPr/>
          <p:nvPr/>
        </p:nvGrpSpPr>
        <p:grpSpPr>
          <a:xfrm>
            <a:off x="3125492" y="1935644"/>
            <a:ext cx="1548360" cy="685800"/>
            <a:chOff x="1600200" y="685800"/>
            <a:chExt cx="1548360" cy="685800"/>
          </a:xfrm>
        </p:grpSpPr>
        <p:sp>
          <p:nvSpPr>
            <p:cNvPr id="78" name="Rounded Rectangle 3">
              <a:extLst>
                <a:ext uri="{FF2B5EF4-FFF2-40B4-BE49-F238E27FC236}">
                  <a16:creationId xmlns:a16="http://schemas.microsoft.com/office/drawing/2014/main" id="{4B72787E-F9AD-461E-9D49-44228CB27141}"/>
                </a:ext>
              </a:extLst>
            </p:cNvPr>
            <p:cNvSpPr/>
            <p:nvPr/>
          </p:nvSpPr>
          <p:spPr>
            <a:xfrm>
              <a:off x="1600200" y="685800"/>
              <a:ext cx="1548360" cy="685800"/>
            </a:xfrm>
            <a:prstGeom prst="roundRect">
              <a:avLst>
                <a:gd name="adj" fmla="val 31279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TextBox 3">
              <a:extLst>
                <a:ext uri="{FF2B5EF4-FFF2-40B4-BE49-F238E27FC236}">
                  <a16:creationId xmlns:a16="http://schemas.microsoft.com/office/drawing/2014/main" id="{E5EE5830-32B0-CD30-AFD2-D3A3BDD0C4DE}"/>
                </a:ext>
              </a:extLst>
            </p:cNvPr>
            <p:cNvSpPr/>
            <p:nvPr/>
          </p:nvSpPr>
          <p:spPr>
            <a:xfrm>
              <a:off x="1706220" y="685800"/>
              <a:ext cx="13363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User 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80" name="Straight Arrow Connector 2">
            <a:extLst>
              <a:ext uri="{FF2B5EF4-FFF2-40B4-BE49-F238E27FC236}">
                <a16:creationId xmlns:a16="http://schemas.microsoft.com/office/drawing/2014/main" id="{074F32D3-A73D-A3AD-89B4-FB7900D937E4}"/>
              </a:ext>
            </a:extLst>
          </p:cNvPr>
          <p:cNvSpPr/>
          <p:nvPr/>
        </p:nvSpPr>
        <p:spPr>
          <a:xfrm>
            <a:off x="4727952" y="2281967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C33675-88C3-DB47-859A-D7F1F24AD5D4}"/>
              </a:ext>
            </a:extLst>
          </p:cNvPr>
          <p:cNvGrpSpPr/>
          <p:nvPr/>
        </p:nvGrpSpPr>
        <p:grpSpPr>
          <a:xfrm>
            <a:off x="5092947" y="1935644"/>
            <a:ext cx="1548360" cy="2149448"/>
            <a:chOff x="3605130" y="682197"/>
            <a:chExt cx="1548360" cy="2149448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6BC62585-F654-73DE-7106-F3FA201FBA05}"/>
                </a:ext>
              </a:extLst>
            </p:cNvPr>
            <p:cNvSpPr/>
            <p:nvPr/>
          </p:nvSpPr>
          <p:spPr>
            <a:xfrm>
              <a:off x="3605130" y="687957"/>
              <a:ext cx="1548360" cy="2143688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TextBox 2">
              <a:extLst>
                <a:ext uri="{FF2B5EF4-FFF2-40B4-BE49-F238E27FC236}">
                  <a16:creationId xmlns:a16="http://schemas.microsoft.com/office/drawing/2014/main" id="{BCDC65EC-C1C2-A7E5-9B56-63C723B9039F}"/>
                </a:ext>
              </a:extLst>
            </p:cNvPr>
            <p:cNvSpPr/>
            <p:nvPr/>
          </p:nvSpPr>
          <p:spPr>
            <a:xfrm>
              <a:off x="3617448" y="682197"/>
              <a:ext cx="1523728" cy="921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Contextually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Grounded</a:t>
              </a: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Rewrite</a:t>
              </a:r>
              <a:endParaRPr lang="en-US" sz="1800" b="0" strike="noStrike" spc="-1" dirty="0">
                <a:latin typeface="Arial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6E052F7-59DC-4EA0-81F8-6D073CAEAE5E}"/>
                </a:ext>
              </a:extLst>
            </p:cNvPr>
            <p:cNvPicPr/>
            <p:nvPr/>
          </p:nvPicPr>
          <p:blipFill>
            <a:blip r:embed="rId3"/>
            <a:srcRect l="39057" t="28094" r="38296" b="28573"/>
            <a:stretch>
              <a:fillRect/>
            </a:stretch>
          </p:blipFill>
          <p:spPr>
            <a:xfrm>
              <a:off x="4022598" y="1680547"/>
              <a:ext cx="713425" cy="1061172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4" name="Straight Arrow Connector 3">
            <a:extLst>
              <a:ext uri="{FF2B5EF4-FFF2-40B4-BE49-F238E27FC236}">
                <a16:creationId xmlns:a16="http://schemas.microsoft.com/office/drawing/2014/main" id="{ECA4CE55-6D4E-8656-CA98-0C5F189BB7A5}"/>
              </a:ext>
            </a:extLst>
          </p:cNvPr>
          <p:cNvSpPr/>
          <p:nvPr/>
        </p:nvSpPr>
        <p:spPr>
          <a:xfrm>
            <a:off x="6691618" y="2968844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C43603-59DC-82D5-3F11-C8A2C18765C5}"/>
              </a:ext>
            </a:extLst>
          </p:cNvPr>
          <p:cNvGrpSpPr/>
          <p:nvPr/>
        </p:nvGrpSpPr>
        <p:grpSpPr>
          <a:xfrm>
            <a:off x="7045412" y="1943139"/>
            <a:ext cx="1710294" cy="2149808"/>
            <a:chOff x="5635136" y="1372677"/>
            <a:chExt cx="1710294" cy="2149808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B51C11D-762A-C3EC-E54D-407B396E9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649" t="42246" r="55406" b="44575"/>
            <a:stretch>
              <a:fillRect/>
            </a:stretch>
          </p:blipFill>
          <p:spPr>
            <a:xfrm>
              <a:off x="5686616" y="1476388"/>
              <a:ext cx="511062" cy="47837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2" name="Rounded Rectangle 3">
              <a:extLst>
                <a:ext uri="{FF2B5EF4-FFF2-40B4-BE49-F238E27FC236}">
                  <a16:creationId xmlns:a16="http://schemas.microsoft.com/office/drawing/2014/main" id="{5A0DBE31-3C98-9DA1-E466-A05B7AAED1FA}"/>
                </a:ext>
              </a:extLst>
            </p:cNvPr>
            <p:cNvSpPr/>
            <p:nvPr/>
          </p:nvSpPr>
          <p:spPr>
            <a:xfrm>
              <a:off x="5635136" y="1372677"/>
              <a:ext cx="1586160" cy="2149808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TextBox 3">
              <a:extLst>
                <a:ext uri="{FF2B5EF4-FFF2-40B4-BE49-F238E27FC236}">
                  <a16:creationId xmlns:a16="http://schemas.microsoft.com/office/drawing/2014/main" id="{4CC07D19-D30F-5B93-4FEC-8F37760CF52B}"/>
                </a:ext>
              </a:extLst>
            </p:cNvPr>
            <p:cNvSpPr/>
            <p:nvPr/>
          </p:nvSpPr>
          <p:spPr>
            <a:xfrm>
              <a:off x="6007670" y="1396437"/>
              <a:ext cx="13377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 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Question</a:t>
              </a:r>
              <a:endParaRPr lang="en-US" sz="1800" b="0" strike="noStrike" spc="-1" dirty="0">
                <a:latin typeface="Arial"/>
              </a:endParaRPr>
            </a:p>
          </p:txBody>
        </p:sp>
        <p:pic>
          <p:nvPicPr>
            <p:cNvPr id="86" name="Picture 5">
              <a:extLst>
                <a:ext uri="{FF2B5EF4-FFF2-40B4-BE49-F238E27FC236}">
                  <a16:creationId xmlns:a16="http://schemas.microsoft.com/office/drawing/2014/main" id="{BF5CF862-F65B-6182-DFA5-4C09203B12F0}"/>
                </a:ext>
              </a:extLst>
            </p:cNvPr>
            <p:cNvPicPr/>
            <p:nvPr/>
          </p:nvPicPr>
          <p:blipFill>
            <a:blip r:embed="rId5"/>
            <a:srcRect l="82457" t="79726" r="3204" b="3660"/>
            <a:stretch/>
          </p:blipFill>
          <p:spPr>
            <a:xfrm>
              <a:off x="5903876" y="1954767"/>
              <a:ext cx="1048680" cy="919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8" name="TextBox 4">
              <a:extLst>
                <a:ext uri="{FF2B5EF4-FFF2-40B4-BE49-F238E27FC236}">
                  <a16:creationId xmlns:a16="http://schemas.microsoft.com/office/drawing/2014/main" id="{0C45D2A2-4C65-EF4A-5CFF-2FFB415D7DE0}"/>
                </a:ext>
              </a:extLst>
            </p:cNvPr>
            <p:cNvSpPr/>
            <p:nvPr/>
          </p:nvSpPr>
          <p:spPr>
            <a:xfrm>
              <a:off x="5725856" y="2874207"/>
              <a:ext cx="14047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Accuracy</a:t>
              </a:r>
              <a:endParaRPr lang="en-US" sz="1800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55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DC8B-F5D4-38AF-FF92-484F0118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41B27F-6BCE-D441-8DE8-03458ED5B486}"/>
              </a:ext>
            </a:extLst>
          </p:cNvPr>
          <p:cNvGrpSpPr/>
          <p:nvPr/>
        </p:nvGrpSpPr>
        <p:grpSpPr>
          <a:xfrm>
            <a:off x="3378089" y="3037460"/>
            <a:ext cx="1011605" cy="1475822"/>
            <a:chOff x="3312631" y="3025574"/>
            <a:chExt cx="1174081" cy="1712855"/>
          </a:xfrm>
        </p:grpSpPr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C2E79030-200E-37B0-6D30-AC9B65869514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3380602" y="3025574"/>
              <a:ext cx="1054800" cy="1050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1" name="TextBox 1">
              <a:extLst>
                <a:ext uri="{FF2B5EF4-FFF2-40B4-BE49-F238E27FC236}">
                  <a16:creationId xmlns:a16="http://schemas.microsoft.com/office/drawing/2014/main" id="{E8D4549D-D7BF-B44F-65D8-DDD72662341B}"/>
                </a:ext>
              </a:extLst>
            </p:cNvPr>
            <p:cNvSpPr/>
            <p:nvPr/>
          </p:nvSpPr>
          <p:spPr>
            <a:xfrm>
              <a:off x="3312631" y="4093553"/>
              <a:ext cx="1174081" cy="644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79" name="TextBox 3">
            <a:extLst>
              <a:ext uri="{FF2B5EF4-FFF2-40B4-BE49-F238E27FC236}">
                <a16:creationId xmlns:a16="http://schemas.microsoft.com/office/drawing/2014/main" id="{E5EE5830-32B0-CD30-AFD2-D3A3BDD0C4DE}"/>
              </a:ext>
            </a:extLst>
          </p:cNvPr>
          <p:cNvSpPr/>
          <p:nvPr/>
        </p:nvSpPr>
        <p:spPr>
          <a:xfrm>
            <a:off x="2943198" y="2432674"/>
            <a:ext cx="1912945" cy="2926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User Query</a:t>
            </a:r>
            <a:endParaRPr lang="en-US" sz="1800" b="0" strike="noStrike" spc="-1" dirty="0">
              <a:latin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C43603-59DC-82D5-3F11-C8A2C18765C5}"/>
              </a:ext>
            </a:extLst>
          </p:cNvPr>
          <p:cNvGrpSpPr/>
          <p:nvPr/>
        </p:nvGrpSpPr>
        <p:grpSpPr>
          <a:xfrm>
            <a:off x="8568756" y="3241311"/>
            <a:ext cx="777024" cy="861656"/>
            <a:chOff x="5725856" y="1954767"/>
            <a:chExt cx="1404720" cy="1557720"/>
          </a:xfrm>
        </p:grpSpPr>
        <p:pic>
          <p:nvPicPr>
            <p:cNvPr id="86" name="Picture 5">
              <a:extLst>
                <a:ext uri="{FF2B5EF4-FFF2-40B4-BE49-F238E27FC236}">
                  <a16:creationId xmlns:a16="http://schemas.microsoft.com/office/drawing/2014/main" id="{BF5CF862-F65B-6182-DFA5-4C09203B12F0}"/>
                </a:ext>
              </a:extLst>
            </p:cNvPr>
            <p:cNvPicPr/>
            <p:nvPr/>
          </p:nvPicPr>
          <p:blipFill>
            <a:blip r:embed="rId3"/>
            <a:srcRect l="82457" t="79726" r="3204" b="3660"/>
            <a:stretch/>
          </p:blipFill>
          <p:spPr>
            <a:xfrm>
              <a:off x="5903876" y="1954767"/>
              <a:ext cx="1048680" cy="919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8" name="TextBox 4">
              <a:extLst>
                <a:ext uri="{FF2B5EF4-FFF2-40B4-BE49-F238E27FC236}">
                  <a16:creationId xmlns:a16="http://schemas.microsoft.com/office/drawing/2014/main" id="{0C45D2A2-4C65-EF4A-5CFF-2FFB415D7DE0}"/>
                </a:ext>
              </a:extLst>
            </p:cNvPr>
            <p:cNvSpPr/>
            <p:nvPr/>
          </p:nvSpPr>
          <p:spPr>
            <a:xfrm>
              <a:off x="5725856" y="2874207"/>
              <a:ext cx="14047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Accuracy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15EF872C-D110-4041-BCD5-EF0D5AC7E1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49" t="42246" r="55406" b="44575"/>
          <a:stretch>
            <a:fillRect/>
          </a:stretch>
        </p:blipFill>
        <p:spPr>
          <a:xfrm>
            <a:off x="3628892" y="2004236"/>
            <a:ext cx="511062" cy="478379"/>
          </a:xfrm>
          <a:prstGeom prst="rect">
            <a:avLst/>
          </a:prstGeom>
          <a:ln w="0"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8865646-2902-614E-8A1F-25DC18C6E5D2}"/>
              </a:ext>
            </a:extLst>
          </p:cNvPr>
          <p:cNvGrpSpPr/>
          <p:nvPr/>
        </p:nvGrpSpPr>
        <p:grpSpPr>
          <a:xfrm>
            <a:off x="4480413" y="2268148"/>
            <a:ext cx="723615" cy="1910152"/>
            <a:chOff x="4291765" y="2268148"/>
            <a:chExt cx="1018498" cy="1910152"/>
          </a:xfrm>
        </p:grpSpPr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BBE2880D-E14A-0F42-8329-D89CCFD1F605}"/>
                </a:ext>
              </a:extLst>
            </p:cNvPr>
            <p:cNvCxnSpPr>
              <a:cxnSpLocks/>
            </p:cNvCxnSpPr>
            <p:nvPr/>
          </p:nvCxnSpPr>
          <p:spPr>
            <a:xfrm>
              <a:off x="4395863" y="2268148"/>
              <a:ext cx="914400" cy="914400"/>
            </a:xfrm>
            <a:prstGeom prst="curvedConnector3">
              <a:avLst/>
            </a:prstGeom>
            <a:noFill/>
            <a:ln w="34925">
              <a:solidFill>
                <a:srgbClr val="000000"/>
              </a:solidFill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61134866-D093-C044-A818-F07E97CE0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1765" y="3182548"/>
              <a:ext cx="1018498" cy="995752"/>
            </a:xfrm>
            <a:prstGeom prst="curvedConnector3">
              <a:avLst/>
            </a:prstGeom>
            <a:noFill/>
            <a:ln w="34925">
              <a:solidFill>
                <a:srgbClr val="000000"/>
              </a:solidFill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B55CD3-1577-9341-8760-545CAA78BED6}"/>
              </a:ext>
            </a:extLst>
          </p:cNvPr>
          <p:cNvCxnSpPr>
            <a:cxnSpLocks/>
          </p:cNvCxnSpPr>
          <p:nvPr/>
        </p:nvCxnSpPr>
        <p:spPr>
          <a:xfrm flipV="1">
            <a:off x="5253051" y="3181062"/>
            <a:ext cx="40170" cy="901"/>
          </a:xfrm>
          <a:prstGeom prst="straightConnector1">
            <a:avLst/>
          </a:pr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3D466A-10F5-B540-8F10-20C2F88EDE6A}"/>
              </a:ext>
            </a:extLst>
          </p:cNvPr>
          <p:cNvGrpSpPr/>
          <p:nvPr/>
        </p:nvGrpSpPr>
        <p:grpSpPr>
          <a:xfrm>
            <a:off x="5115334" y="2278544"/>
            <a:ext cx="2329904" cy="2083776"/>
            <a:chOff x="5249669" y="2278544"/>
            <a:chExt cx="2329904" cy="208377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81C166C-89F1-C344-A760-D49CD6937326}"/>
                </a:ext>
              </a:extLst>
            </p:cNvPr>
            <p:cNvGrpSpPr/>
            <p:nvPr/>
          </p:nvGrpSpPr>
          <p:grpSpPr>
            <a:xfrm>
              <a:off x="5249669" y="2278544"/>
              <a:ext cx="1565150" cy="1925586"/>
              <a:chOff x="5307053" y="2253912"/>
              <a:chExt cx="1565150" cy="1925586"/>
            </a:xfrm>
          </p:grpSpPr>
          <p:sp>
            <p:nvSpPr>
              <p:cNvPr id="76" name="TextBox 2">
                <a:extLst>
                  <a:ext uri="{FF2B5EF4-FFF2-40B4-BE49-F238E27FC236}">
                    <a16:creationId xmlns:a16="http://schemas.microsoft.com/office/drawing/2014/main" id="{BCDC65EC-C1C2-A7E5-9B56-63C723B9039F}"/>
                  </a:ext>
                </a:extLst>
              </p:cNvPr>
              <p:cNvSpPr/>
              <p:nvPr/>
            </p:nvSpPr>
            <p:spPr>
              <a:xfrm>
                <a:off x="5307053" y="3257622"/>
                <a:ext cx="1565150" cy="92187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Contextually</a:t>
                </a:r>
                <a:endParaRPr lang="en-US" sz="18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Grounded</a:t>
                </a: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Query Rewrite</a:t>
                </a:r>
                <a:endParaRPr lang="en-US" sz="1800" b="0" strike="noStrike" spc="-1" dirty="0">
                  <a:latin typeface="Arial"/>
                </a:endParaRPr>
              </a:p>
            </p:txBody>
          </p:sp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06E052F7-59DC-4EA0-81F8-6D073CAEAE5E}"/>
                  </a:ext>
                </a:extLst>
              </p:cNvPr>
              <p:cNvPicPr/>
              <p:nvPr/>
            </p:nvPicPr>
            <p:blipFill>
              <a:blip r:embed="rId5"/>
              <a:srcRect l="39057" t="28094" r="38296" b="28573"/>
              <a:stretch>
                <a:fillRect/>
              </a:stretch>
            </p:blipFill>
            <p:spPr>
              <a:xfrm>
                <a:off x="5687919" y="2253912"/>
                <a:ext cx="713425" cy="1061172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B3978B-7C7B-BD47-A533-FBB93B622FE2}"/>
                </a:ext>
              </a:extLst>
            </p:cNvPr>
            <p:cNvSpPr/>
            <p:nvPr/>
          </p:nvSpPr>
          <p:spPr>
            <a:xfrm>
              <a:off x="5820672" y="2927350"/>
              <a:ext cx="313428" cy="253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97B73FB-693D-1848-8214-EFD0E8233EF5}"/>
                </a:ext>
              </a:extLst>
            </p:cNvPr>
            <p:cNvSpPr/>
            <p:nvPr/>
          </p:nvSpPr>
          <p:spPr>
            <a:xfrm>
              <a:off x="7266145" y="4108608"/>
              <a:ext cx="313428" cy="253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93B4F98-92AB-AD48-A37E-A835AFF5A614}"/>
              </a:ext>
            </a:extLst>
          </p:cNvPr>
          <p:cNvGrpSpPr/>
          <p:nvPr/>
        </p:nvGrpSpPr>
        <p:grpSpPr>
          <a:xfrm>
            <a:off x="6804673" y="2188828"/>
            <a:ext cx="1050202" cy="1073040"/>
            <a:chOff x="7028369" y="2502245"/>
            <a:chExt cx="1050202" cy="107304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0821653-C769-6943-BF01-3F560E6A8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649" t="42246" r="55406" b="44575"/>
            <a:stretch>
              <a:fillRect/>
            </a:stretch>
          </p:blipFill>
          <p:spPr>
            <a:xfrm>
              <a:off x="7258580" y="2502245"/>
              <a:ext cx="511062" cy="47837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E25098-88B1-454B-9C62-8C1F5432C7C9}"/>
                </a:ext>
              </a:extLst>
            </p:cNvPr>
            <p:cNvSpPr/>
            <p:nvPr/>
          </p:nvSpPr>
          <p:spPr>
            <a:xfrm>
              <a:off x="7410791" y="2597684"/>
              <a:ext cx="202859" cy="2217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7C99A77-1607-0341-8163-E5730F3A6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7338" t="44465" r="58718" b="48705"/>
            <a:stretch/>
          </p:blipFill>
          <p:spPr>
            <a:xfrm>
              <a:off x="7369320" y="2584288"/>
              <a:ext cx="184150" cy="24793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9" name="TextBox 2">
              <a:extLst>
                <a:ext uri="{FF2B5EF4-FFF2-40B4-BE49-F238E27FC236}">
                  <a16:creationId xmlns:a16="http://schemas.microsoft.com/office/drawing/2014/main" id="{DF6277D8-EA64-CF4A-A809-4541ECB30FC8}"/>
                </a:ext>
              </a:extLst>
            </p:cNvPr>
            <p:cNvSpPr/>
            <p:nvPr/>
          </p:nvSpPr>
          <p:spPr>
            <a:xfrm>
              <a:off x="7453023" y="2517734"/>
              <a:ext cx="297046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+</a:t>
              </a:r>
              <a:endParaRPr lang="en-US" sz="1800" b="0" strike="noStrike" spc="-1" dirty="0">
                <a:latin typeface="Arial"/>
              </a:endParaRPr>
            </a:p>
          </p:txBody>
        </p:sp>
        <p:sp>
          <p:nvSpPr>
            <p:cNvPr id="60" name="TextBox 2">
              <a:extLst>
                <a:ext uri="{FF2B5EF4-FFF2-40B4-BE49-F238E27FC236}">
                  <a16:creationId xmlns:a16="http://schemas.microsoft.com/office/drawing/2014/main" id="{0A6D4CE1-9A97-374E-A4E8-B2CC92F57695}"/>
                </a:ext>
              </a:extLst>
            </p:cNvPr>
            <p:cNvSpPr/>
            <p:nvPr/>
          </p:nvSpPr>
          <p:spPr>
            <a:xfrm>
              <a:off x="7028369" y="2930408"/>
              <a:ext cx="1050202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</a:t>
              </a:r>
              <a:r>
                <a:rPr lang="en-US" b="1" spc="-1" dirty="0">
                  <a:solidFill>
                    <a:srgbClr val="000000"/>
                  </a:solidFill>
                  <a:latin typeface="Aptos"/>
                </a:rPr>
                <a:t>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63" name="Straight Arrow Connector 3">
            <a:extLst>
              <a:ext uri="{FF2B5EF4-FFF2-40B4-BE49-F238E27FC236}">
                <a16:creationId xmlns:a16="http://schemas.microsoft.com/office/drawing/2014/main" id="{3F246962-1B8C-024D-8B35-BC37A5D47D08}"/>
              </a:ext>
            </a:extLst>
          </p:cNvPr>
          <p:cNvSpPr/>
          <p:nvPr/>
        </p:nvSpPr>
        <p:spPr>
          <a:xfrm flipV="1">
            <a:off x="7822134" y="3005654"/>
            <a:ext cx="635736" cy="7367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3" name="Straight Arrow Connector 3">
            <a:extLst>
              <a:ext uri="{FF2B5EF4-FFF2-40B4-BE49-F238E27FC236}">
                <a16:creationId xmlns:a16="http://schemas.microsoft.com/office/drawing/2014/main" id="{4098D01C-3D46-1848-AD26-33AD060B9366}"/>
              </a:ext>
            </a:extLst>
          </p:cNvPr>
          <p:cNvSpPr/>
          <p:nvPr/>
        </p:nvSpPr>
        <p:spPr>
          <a:xfrm flipV="1">
            <a:off x="6293328" y="2418163"/>
            <a:ext cx="681376" cy="4612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TextBox 2">
            <a:extLst>
              <a:ext uri="{FF2B5EF4-FFF2-40B4-BE49-F238E27FC236}">
                <a16:creationId xmlns:a16="http://schemas.microsoft.com/office/drawing/2014/main" id="{F003BD02-2021-1E49-98A9-4AA0FAFCB92C}"/>
              </a:ext>
            </a:extLst>
          </p:cNvPr>
          <p:cNvSpPr/>
          <p:nvPr/>
        </p:nvSpPr>
        <p:spPr>
          <a:xfrm>
            <a:off x="5607332" y="2901159"/>
            <a:ext cx="5051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Aptos"/>
              </a:rPr>
              <a:t>LM1</a:t>
            </a:r>
            <a:endParaRPr lang="en-US" sz="1400" b="0" strike="noStrike" spc="-1" dirty="0">
              <a:latin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0DA6AC-724E-6C49-8914-CFA878D0BE2C}"/>
              </a:ext>
            </a:extLst>
          </p:cNvPr>
          <p:cNvGrpSpPr/>
          <p:nvPr/>
        </p:nvGrpSpPr>
        <p:grpSpPr>
          <a:xfrm>
            <a:off x="6710402" y="3623704"/>
            <a:ext cx="1216688" cy="1083208"/>
            <a:chOff x="6644988" y="5005073"/>
            <a:chExt cx="1309274" cy="1165637"/>
          </a:xfrm>
        </p:grpSpPr>
        <p:sp>
          <p:nvSpPr>
            <p:cNvPr id="92" name="TextBox 2">
              <a:extLst>
                <a:ext uri="{FF2B5EF4-FFF2-40B4-BE49-F238E27FC236}">
                  <a16:creationId xmlns:a16="http://schemas.microsoft.com/office/drawing/2014/main" id="{4FC63024-0CEF-6040-84B6-F5D549772D8F}"/>
                </a:ext>
              </a:extLst>
            </p:cNvPr>
            <p:cNvSpPr/>
            <p:nvPr/>
          </p:nvSpPr>
          <p:spPr>
            <a:xfrm>
              <a:off x="6955548" y="5587892"/>
              <a:ext cx="699180" cy="42395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ptos"/>
                </a:rPr>
                <a:t>LM2</a:t>
              </a:r>
              <a:endParaRPr lang="en-US" sz="1400" b="0" strike="noStrike" spc="-1" dirty="0">
                <a:latin typeface="Arial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A846DB1-25BE-CC4A-A650-855A232DE362}"/>
                </a:ext>
              </a:extLst>
            </p:cNvPr>
            <p:cNvGrpSpPr/>
            <p:nvPr/>
          </p:nvGrpSpPr>
          <p:grpSpPr>
            <a:xfrm>
              <a:off x="6644988" y="5005073"/>
              <a:ext cx="1309274" cy="1165637"/>
              <a:chOff x="6650503" y="4958543"/>
              <a:chExt cx="1309274" cy="1165637"/>
            </a:xfrm>
          </p:grpSpPr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D2E4CD89-4292-6642-A4EC-43B3606063FB}"/>
                  </a:ext>
                </a:extLst>
              </p:cNvPr>
              <p:cNvPicPr/>
              <p:nvPr/>
            </p:nvPicPr>
            <p:blipFill rotWithShape="1">
              <a:blip r:embed="rId5"/>
              <a:srcRect l="43494" t="40092" r="42944" b="50420"/>
              <a:stretch/>
            </p:blipFill>
            <p:spPr>
              <a:xfrm>
                <a:off x="7066996" y="5076720"/>
                <a:ext cx="476287" cy="259032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9A188E54-481F-D547-B77F-A3AF3AA2DF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69807"/>
              <a:stretch/>
            </p:blipFill>
            <p:spPr>
              <a:xfrm>
                <a:off x="6650503" y="5728878"/>
                <a:ext cx="1309274" cy="395302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39726E7-88C0-6E40-8F98-751195243B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19723" b="19723"/>
              <a:stretch/>
            </p:blipFill>
            <p:spPr>
              <a:xfrm>
                <a:off x="6650503" y="4958543"/>
                <a:ext cx="1309274" cy="792819"/>
              </a:xfrm>
              <a:prstGeom prst="rect">
                <a:avLst/>
              </a:prstGeom>
            </p:spPr>
          </p:pic>
        </p:grp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120A5A7-0DDD-AF4F-826A-F6382F35C2D7}"/>
              </a:ext>
            </a:extLst>
          </p:cNvPr>
          <p:cNvCxnSpPr>
            <a:cxnSpLocks/>
          </p:cNvCxnSpPr>
          <p:nvPr/>
        </p:nvCxnSpPr>
        <p:spPr>
          <a:xfrm>
            <a:off x="7314784" y="3284353"/>
            <a:ext cx="0" cy="275811"/>
          </a:xfrm>
          <a:prstGeom prst="straightConnector1">
            <a:avLst/>
          </a:pr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BDFF5101-C4F1-8743-9FE1-A22F855ECE4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3752" t="27486" r="24704" b="22496"/>
          <a:stretch/>
        </p:blipFill>
        <p:spPr>
          <a:xfrm>
            <a:off x="8759910" y="2337012"/>
            <a:ext cx="480032" cy="465830"/>
          </a:xfrm>
          <a:prstGeom prst="rect">
            <a:avLst/>
          </a:prstGeom>
        </p:spPr>
      </p:pic>
      <p:sp>
        <p:nvSpPr>
          <p:cNvPr id="95" name="TextBox 4">
            <a:extLst>
              <a:ext uri="{FF2B5EF4-FFF2-40B4-BE49-F238E27FC236}">
                <a16:creationId xmlns:a16="http://schemas.microsoft.com/office/drawing/2014/main" id="{52B351E2-0A2D-AB45-A767-C7D847E869A8}"/>
              </a:ext>
            </a:extLst>
          </p:cNvPr>
          <p:cNvSpPr/>
          <p:nvPr/>
        </p:nvSpPr>
        <p:spPr>
          <a:xfrm>
            <a:off x="8500523" y="2735736"/>
            <a:ext cx="109104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Response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11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DC8B-F5D4-38AF-FF92-484F0118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41B27F-6BCE-D441-8DE8-03458ED5B486}"/>
              </a:ext>
            </a:extLst>
          </p:cNvPr>
          <p:cNvGrpSpPr/>
          <p:nvPr/>
        </p:nvGrpSpPr>
        <p:grpSpPr>
          <a:xfrm>
            <a:off x="3378089" y="3037460"/>
            <a:ext cx="1011605" cy="1475822"/>
            <a:chOff x="3312631" y="3025574"/>
            <a:chExt cx="1174081" cy="1712855"/>
          </a:xfrm>
        </p:grpSpPr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C2E79030-200E-37B0-6D30-AC9B65869514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3380602" y="3025574"/>
              <a:ext cx="1054800" cy="1050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1" name="TextBox 1">
              <a:extLst>
                <a:ext uri="{FF2B5EF4-FFF2-40B4-BE49-F238E27FC236}">
                  <a16:creationId xmlns:a16="http://schemas.microsoft.com/office/drawing/2014/main" id="{E8D4549D-D7BF-B44F-65D8-DDD72662341B}"/>
                </a:ext>
              </a:extLst>
            </p:cNvPr>
            <p:cNvSpPr/>
            <p:nvPr/>
          </p:nvSpPr>
          <p:spPr>
            <a:xfrm>
              <a:off x="3312631" y="4093553"/>
              <a:ext cx="1174081" cy="644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79" name="TextBox 3">
            <a:extLst>
              <a:ext uri="{FF2B5EF4-FFF2-40B4-BE49-F238E27FC236}">
                <a16:creationId xmlns:a16="http://schemas.microsoft.com/office/drawing/2014/main" id="{E5EE5830-32B0-CD30-AFD2-D3A3BDD0C4DE}"/>
              </a:ext>
            </a:extLst>
          </p:cNvPr>
          <p:cNvSpPr/>
          <p:nvPr/>
        </p:nvSpPr>
        <p:spPr>
          <a:xfrm>
            <a:off x="2943198" y="2432674"/>
            <a:ext cx="1912945" cy="2926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User Query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5EF872C-D110-4041-BCD5-EF0D5AC7E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49" t="42246" r="55406" b="44575"/>
          <a:stretch>
            <a:fillRect/>
          </a:stretch>
        </p:blipFill>
        <p:spPr>
          <a:xfrm>
            <a:off x="3628892" y="2004236"/>
            <a:ext cx="511062" cy="478379"/>
          </a:xfrm>
          <a:prstGeom prst="rect">
            <a:avLst/>
          </a:prstGeom>
          <a:ln w="0"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8865646-2902-614E-8A1F-25DC18C6E5D2}"/>
              </a:ext>
            </a:extLst>
          </p:cNvPr>
          <p:cNvGrpSpPr/>
          <p:nvPr/>
        </p:nvGrpSpPr>
        <p:grpSpPr>
          <a:xfrm>
            <a:off x="4480413" y="2268148"/>
            <a:ext cx="723615" cy="1910152"/>
            <a:chOff x="4291765" y="2268148"/>
            <a:chExt cx="1018498" cy="1910152"/>
          </a:xfrm>
        </p:grpSpPr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BBE2880D-E14A-0F42-8329-D89CCFD1F605}"/>
                </a:ext>
              </a:extLst>
            </p:cNvPr>
            <p:cNvCxnSpPr>
              <a:cxnSpLocks/>
            </p:cNvCxnSpPr>
            <p:nvPr/>
          </p:nvCxnSpPr>
          <p:spPr>
            <a:xfrm>
              <a:off x="4395863" y="2268148"/>
              <a:ext cx="914400" cy="914400"/>
            </a:xfrm>
            <a:prstGeom prst="curvedConnector3">
              <a:avLst/>
            </a:prstGeom>
            <a:noFill/>
            <a:ln w="34925">
              <a:solidFill>
                <a:srgbClr val="000000"/>
              </a:solidFill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61134866-D093-C044-A818-F07E97CE0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1765" y="3182548"/>
              <a:ext cx="1018498" cy="995752"/>
            </a:xfrm>
            <a:prstGeom prst="curvedConnector3">
              <a:avLst/>
            </a:prstGeom>
            <a:noFill/>
            <a:ln w="34925">
              <a:solidFill>
                <a:srgbClr val="000000"/>
              </a:solidFill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B55CD3-1577-9341-8760-545CAA78BED6}"/>
              </a:ext>
            </a:extLst>
          </p:cNvPr>
          <p:cNvCxnSpPr>
            <a:cxnSpLocks/>
          </p:cNvCxnSpPr>
          <p:nvPr/>
        </p:nvCxnSpPr>
        <p:spPr>
          <a:xfrm flipV="1">
            <a:off x="5253051" y="3181062"/>
            <a:ext cx="40170" cy="901"/>
          </a:xfrm>
          <a:prstGeom prst="straightConnector1">
            <a:avLst/>
          </a:pr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3D466A-10F5-B540-8F10-20C2F88EDE6A}"/>
              </a:ext>
            </a:extLst>
          </p:cNvPr>
          <p:cNvGrpSpPr/>
          <p:nvPr/>
        </p:nvGrpSpPr>
        <p:grpSpPr>
          <a:xfrm>
            <a:off x="5115334" y="2278544"/>
            <a:ext cx="2329904" cy="2083776"/>
            <a:chOff x="5249669" y="2278544"/>
            <a:chExt cx="2329904" cy="208377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81C166C-89F1-C344-A760-D49CD6937326}"/>
                </a:ext>
              </a:extLst>
            </p:cNvPr>
            <p:cNvGrpSpPr/>
            <p:nvPr/>
          </p:nvGrpSpPr>
          <p:grpSpPr>
            <a:xfrm>
              <a:off x="5249669" y="2278544"/>
              <a:ext cx="1565150" cy="1925586"/>
              <a:chOff x="5307053" y="2253912"/>
              <a:chExt cx="1565150" cy="1925586"/>
            </a:xfrm>
          </p:grpSpPr>
          <p:sp>
            <p:nvSpPr>
              <p:cNvPr id="76" name="TextBox 2">
                <a:extLst>
                  <a:ext uri="{FF2B5EF4-FFF2-40B4-BE49-F238E27FC236}">
                    <a16:creationId xmlns:a16="http://schemas.microsoft.com/office/drawing/2014/main" id="{BCDC65EC-C1C2-A7E5-9B56-63C723B9039F}"/>
                  </a:ext>
                </a:extLst>
              </p:cNvPr>
              <p:cNvSpPr/>
              <p:nvPr/>
            </p:nvSpPr>
            <p:spPr>
              <a:xfrm>
                <a:off x="5307053" y="3257622"/>
                <a:ext cx="1565150" cy="92187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Contextually</a:t>
                </a:r>
                <a:endParaRPr lang="en-US" sz="18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Grounded</a:t>
                </a: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Query Rewrite</a:t>
                </a:r>
                <a:endParaRPr lang="en-US" sz="1800" b="0" strike="noStrike" spc="-1" dirty="0">
                  <a:latin typeface="Arial"/>
                </a:endParaRPr>
              </a:p>
            </p:txBody>
          </p:sp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06E052F7-59DC-4EA0-81F8-6D073CAEAE5E}"/>
                  </a:ext>
                </a:extLst>
              </p:cNvPr>
              <p:cNvPicPr/>
              <p:nvPr/>
            </p:nvPicPr>
            <p:blipFill>
              <a:blip r:embed="rId4"/>
              <a:srcRect l="39057" t="28094" r="38296" b="28573"/>
              <a:stretch>
                <a:fillRect/>
              </a:stretch>
            </p:blipFill>
            <p:spPr>
              <a:xfrm>
                <a:off x="5687919" y="2253912"/>
                <a:ext cx="713425" cy="1061172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B3978B-7C7B-BD47-A533-FBB93B622FE2}"/>
                </a:ext>
              </a:extLst>
            </p:cNvPr>
            <p:cNvSpPr/>
            <p:nvPr/>
          </p:nvSpPr>
          <p:spPr>
            <a:xfrm>
              <a:off x="5820672" y="2927350"/>
              <a:ext cx="313428" cy="253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97B73FB-693D-1848-8214-EFD0E8233EF5}"/>
                </a:ext>
              </a:extLst>
            </p:cNvPr>
            <p:cNvSpPr/>
            <p:nvPr/>
          </p:nvSpPr>
          <p:spPr>
            <a:xfrm>
              <a:off x="7266145" y="4108608"/>
              <a:ext cx="313428" cy="253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93B4F98-92AB-AD48-A37E-A835AFF5A614}"/>
              </a:ext>
            </a:extLst>
          </p:cNvPr>
          <p:cNvGrpSpPr/>
          <p:nvPr/>
        </p:nvGrpSpPr>
        <p:grpSpPr>
          <a:xfrm>
            <a:off x="6901725" y="2080118"/>
            <a:ext cx="1050202" cy="1073040"/>
            <a:chOff x="7028369" y="2502245"/>
            <a:chExt cx="1050202" cy="107304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0821653-C769-6943-BF01-3F560E6A8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649" t="42246" r="55406" b="44575"/>
            <a:stretch>
              <a:fillRect/>
            </a:stretch>
          </p:blipFill>
          <p:spPr>
            <a:xfrm>
              <a:off x="7258580" y="2502245"/>
              <a:ext cx="511062" cy="47837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E25098-88B1-454B-9C62-8C1F5432C7C9}"/>
                </a:ext>
              </a:extLst>
            </p:cNvPr>
            <p:cNvSpPr/>
            <p:nvPr/>
          </p:nvSpPr>
          <p:spPr>
            <a:xfrm>
              <a:off x="7410791" y="2597684"/>
              <a:ext cx="202859" cy="2217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7C99A77-1607-0341-8163-E5730F3A6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338" t="44465" r="58718" b="48705"/>
            <a:stretch/>
          </p:blipFill>
          <p:spPr>
            <a:xfrm>
              <a:off x="7369320" y="2584288"/>
              <a:ext cx="184150" cy="24793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9" name="TextBox 2">
              <a:extLst>
                <a:ext uri="{FF2B5EF4-FFF2-40B4-BE49-F238E27FC236}">
                  <a16:creationId xmlns:a16="http://schemas.microsoft.com/office/drawing/2014/main" id="{DF6277D8-EA64-CF4A-A809-4541ECB30FC8}"/>
                </a:ext>
              </a:extLst>
            </p:cNvPr>
            <p:cNvSpPr/>
            <p:nvPr/>
          </p:nvSpPr>
          <p:spPr>
            <a:xfrm>
              <a:off x="7453023" y="2517734"/>
              <a:ext cx="297046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+</a:t>
              </a:r>
              <a:endParaRPr lang="en-US" sz="1800" b="0" strike="noStrike" spc="-1" dirty="0">
                <a:latin typeface="Arial"/>
              </a:endParaRPr>
            </a:p>
          </p:txBody>
        </p:sp>
        <p:sp>
          <p:nvSpPr>
            <p:cNvPr id="60" name="TextBox 2">
              <a:extLst>
                <a:ext uri="{FF2B5EF4-FFF2-40B4-BE49-F238E27FC236}">
                  <a16:creationId xmlns:a16="http://schemas.microsoft.com/office/drawing/2014/main" id="{0A6D4CE1-9A97-374E-A4E8-B2CC92F57695}"/>
                </a:ext>
              </a:extLst>
            </p:cNvPr>
            <p:cNvSpPr/>
            <p:nvPr/>
          </p:nvSpPr>
          <p:spPr>
            <a:xfrm>
              <a:off x="7028369" y="2930408"/>
              <a:ext cx="1050202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</a:t>
              </a:r>
              <a:r>
                <a:rPr lang="en-US" b="1" spc="-1" dirty="0">
                  <a:solidFill>
                    <a:srgbClr val="000000"/>
                  </a:solidFill>
                  <a:latin typeface="Aptos"/>
                </a:rPr>
                <a:t>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63" name="Straight Arrow Connector 3">
            <a:extLst>
              <a:ext uri="{FF2B5EF4-FFF2-40B4-BE49-F238E27FC236}">
                <a16:creationId xmlns:a16="http://schemas.microsoft.com/office/drawing/2014/main" id="{3F246962-1B8C-024D-8B35-BC37A5D47D08}"/>
              </a:ext>
            </a:extLst>
          </p:cNvPr>
          <p:cNvSpPr/>
          <p:nvPr/>
        </p:nvSpPr>
        <p:spPr>
          <a:xfrm flipH="1">
            <a:off x="8220636" y="3267562"/>
            <a:ext cx="470195" cy="508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3" name="Straight Arrow Connector 3">
            <a:extLst>
              <a:ext uri="{FF2B5EF4-FFF2-40B4-BE49-F238E27FC236}">
                <a16:creationId xmlns:a16="http://schemas.microsoft.com/office/drawing/2014/main" id="{4098D01C-3D46-1848-AD26-33AD060B9366}"/>
              </a:ext>
            </a:extLst>
          </p:cNvPr>
          <p:cNvSpPr/>
          <p:nvPr/>
        </p:nvSpPr>
        <p:spPr>
          <a:xfrm flipV="1">
            <a:off x="6293328" y="2418163"/>
            <a:ext cx="681376" cy="4612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TextBox 2">
            <a:extLst>
              <a:ext uri="{FF2B5EF4-FFF2-40B4-BE49-F238E27FC236}">
                <a16:creationId xmlns:a16="http://schemas.microsoft.com/office/drawing/2014/main" id="{F003BD02-2021-1E49-98A9-4AA0FAFCB92C}"/>
              </a:ext>
            </a:extLst>
          </p:cNvPr>
          <p:cNvSpPr/>
          <p:nvPr/>
        </p:nvSpPr>
        <p:spPr>
          <a:xfrm>
            <a:off x="5607332" y="2901159"/>
            <a:ext cx="5051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Aptos"/>
              </a:rPr>
              <a:t>LM1</a:t>
            </a:r>
            <a:endParaRPr lang="en-US" sz="1400" b="0" strike="noStrike" spc="-1" dirty="0">
              <a:latin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0DA6AC-724E-6C49-8914-CFA878D0BE2C}"/>
              </a:ext>
            </a:extLst>
          </p:cNvPr>
          <p:cNvGrpSpPr/>
          <p:nvPr/>
        </p:nvGrpSpPr>
        <p:grpSpPr>
          <a:xfrm>
            <a:off x="8199472" y="2225021"/>
            <a:ext cx="1216688" cy="1083208"/>
            <a:chOff x="6644988" y="5005073"/>
            <a:chExt cx="1309274" cy="1165637"/>
          </a:xfrm>
        </p:grpSpPr>
        <p:sp>
          <p:nvSpPr>
            <p:cNvPr id="92" name="TextBox 2">
              <a:extLst>
                <a:ext uri="{FF2B5EF4-FFF2-40B4-BE49-F238E27FC236}">
                  <a16:creationId xmlns:a16="http://schemas.microsoft.com/office/drawing/2014/main" id="{4FC63024-0CEF-6040-84B6-F5D549772D8F}"/>
                </a:ext>
              </a:extLst>
            </p:cNvPr>
            <p:cNvSpPr/>
            <p:nvPr/>
          </p:nvSpPr>
          <p:spPr>
            <a:xfrm>
              <a:off x="6955548" y="5587892"/>
              <a:ext cx="699180" cy="42395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ptos"/>
                </a:rPr>
                <a:t>LM2</a:t>
              </a:r>
              <a:endParaRPr lang="en-US" sz="1400" b="0" strike="noStrike" spc="-1" dirty="0">
                <a:latin typeface="Arial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A846DB1-25BE-CC4A-A650-855A232DE362}"/>
                </a:ext>
              </a:extLst>
            </p:cNvPr>
            <p:cNvGrpSpPr/>
            <p:nvPr/>
          </p:nvGrpSpPr>
          <p:grpSpPr>
            <a:xfrm>
              <a:off x="6644988" y="5005073"/>
              <a:ext cx="1309274" cy="1165637"/>
              <a:chOff x="6650503" y="4958543"/>
              <a:chExt cx="1309274" cy="1165637"/>
            </a:xfrm>
          </p:grpSpPr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D2E4CD89-4292-6642-A4EC-43B3606063FB}"/>
                  </a:ext>
                </a:extLst>
              </p:cNvPr>
              <p:cNvPicPr/>
              <p:nvPr/>
            </p:nvPicPr>
            <p:blipFill rotWithShape="1">
              <a:blip r:embed="rId4"/>
              <a:srcRect l="43494" t="40092" r="42944" b="50420"/>
              <a:stretch/>
            </p:blipFill>
            <p:spPr>
              <a:xfrm>
                <a:off x="7066996" y="5076720"/>
                <a:ext cx="476287" cy="259032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9A188E54-481F-D547-B77F-A3AF3AA2DF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69807"/>
              <a:stretch/>
            </p:blipFill>
            <p:spPr>
              <a:xfrm>
                <a:off x="6650503" y="5728878"/>
                <a:ext cx="1309274" cy="395302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39726E7-88C0-6E40-8F98-751195243B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9723" b="19723"/>
              <a:stretch/>
            </p:blipFill>
            <p:spPr>
              <a:xfrm>
                <a:off x="6650503" y="4958543"/>
                <a:ext cx="1309274" cy="792819"/>
              </a:xfrm>
              <a:prstGeom prst="rect">
                <a:avLst/>
              </a:prstGeom>
            </p:spPr>
          </p:pic>
        </p:grp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120A5A7-0DDD-AF4F-826A-F6382F35C2D7}"/>
              </a:ext>
            </a:extLst>
          </p:cNvPr>
          <p:cNvCxnSpPr>
            <a:cxnSpLocks/>
          </p:cNvCxnSpPr>
          <p:nvPr/>
        </p:nvCxnSpPr>
        <p:spPr>
          <a:xfrm>
            <a:off x="7789913" y="2418163"/>
            <a:ext cx="495346" cy="0"/>
          </a:xfrm>
          <a:prstGeom prst="straightConnector1">
            <a:avLst/>
          </a:pr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648A1B7-5911-1044-B2F5-153A2FB8A3F6}"/>
              </a:ext>
            </a:extLst>
          </p:cNvPr>
          <p:cNvGrpSpPr/>
          <p:nvPr/>
        </p:nvGrpSpPr>
        <p:grpSpPr>
          <a:xfrm>
            <a:off x="7355711" y="3585067"/>
            <a:ext cx="1100022" cy="1043601"/>
            <a:chOff x="8496035" y="2337012"/>
            <a:chExt cx="1100022" cy="104360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DFF5101-C4F1-8743-9FE1-A22F855ECE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3752" t="27486" r="24704" b="22496"/>
            <a:stretch/>
          </p:blipFill>
          <p:spPr>
            <a:xfrm>
              <a:off x="8759910" y="2337012"/>
              <a:ext cx="480032" cy="465830"/>
            </a:xfrm>
            <a:prstGeom prst="rect">
              <a:avLst/>
            </a:prstGeom>
          </p:spPr>
        </p:pic>
        <p:sp>
          <p:nvSpPr>
            <p:cNvPr id="95" name="TextBox 4">
              <a:extLst>
                <a:ext uri="{FF2B5EF4-FFF2-40B4-BE49-F238E27FC236}">
                  <a16:creationId xmlns:a16="http://schemas.microsoft.com/office/drawing/2014/main" id="{52B351E2-0A2D-AB45-A767-C7D847E869A8}"/>
                </a:ext>
              </a:extLst>
            </p:cNvPr>
            <p:cNvSpPr/>
            <p:nvPr/>
          </p:nvSpPr>
          <p:spPr>
            <a:xfrm>
              <a:off x="8496035" y="2735736"/>
              <a:ext cx="1100022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Response</a:t>
              </a:r>
              <a:endParaRPr lang="en-US" sz="1800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8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DC8B-F5D4-38AF-FF92-484F0118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41B27F-6BCE-D441-8DE8-03458ED5B486}"/>
              </a:ext>
            </a:extLst>
          </p:cNvPr>
          <p:cNvGrpSpPr/>
          <p:nvPr/>
        </p:nvGrpSpPr>
        <p:grpSpPr>
          <a:xfrm>
            <a:off x="3378089" y="3037460"/>
            <a:ext cx="1011605" cy="1475822"/>
            <a:chOff x="3312631" y="3025574"/>
            <a:chExt cx="1174081" cy="1712855"/>
          </a:xfrm>
        </p:grpSpPr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C2E79030-200E-37B0-6D30-AC9B65869514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3380602" y="3025574"/>
              <a:ext cx="1054800" cy="1050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1" name="TextBox 1">
              <a:extLst>
                <a:ext uri="{FF2B5EF4-FFF2-40B4-BE49-F238E27FC236}">
                  <a16:creationId xmlns:a16="http://schemas.microsoft.com/office/drawing/2014/main" id="{E8D4549D-D7BF-B44F-65D8-DDD72662341B}"/>
                </a:ext>
              </a:extLst>
            </p:cNvPr>
            <p:cNvSpPr/>
            <p:nvPr/>
          </p:nvSpPr>
          <p:spPr>
            <a:xfrm>
              <a:off x="3312631" y="4093553"/>
              <a:ext cx="1174081" cy="644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79" name="TextBox 3">
            <a:extLst>
              <a:ext uri="{FF2B5EF4-FFF2-40B4-BE49-F238E27FC236}">
                <a16:creationId xmlns:a16="http://schemas.microsoft.com/office/drawing/2014/main" id="{E5EE5830-32B0-CD30-AFD2-D3A3BDD0C4DE}"/>
              </a:ext>
            </a:extLst>
          </p:cNvPr>
          <p:cNvSpPr/>
          <p:nvPr/>
        </p:nvSpPr>
        <p:spPr>
          <a:xfrm>
            <a:off x="2943198" y="2432674"/>
            <a:ext cx="1912945" cy="2926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User Query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5EF872C-D110-4041-BCD5-EF0D5AC7E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49" t="42246" r="55406" b="44575"/>
          <a:stretch>
            <a:fillRect/>
          </a:stretch>
        </p:blipFill>
        <p:spPr>
          <a:xfrm>
            <a:off x="3628892" y="2004236"/>
            <a:ext cx="511062" cy="478379"/>
          </a:xfrm>
          <a:prstGeom prst="rect">
            <a:avLst/>
          </a:prstGeom>
          <a:ln w="0"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8865646-2902-614E-8A1F-25DC18C6E5D2}"/>
              </a:ext>
            </a:extLst>
          </p:cNvPr>
          <p:cNvGrpSpPr/>
          <p:nvPr/>
        </p:nvGrpSpPr>
        <p:grpSpPr>
          <a:xfrm>
            <a:off x="4480413" y="2268148"/>
            <a:ext cx="723615" cy="1910152"/>
            <a:chOff x="4291765" y="2268148"/>
            <a:chExt cx="1018498" cy="1910152"/>
          </a:xfrm>
        </p:grpSpPr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BBE2880D-E14A-0F42-8329-D89CCFD1F605}"/>
                </a:ext>
              </a:extLst>
            </p:cNvPr>
            <p:cNvCxnSpPr>
              <a:cxnSpLocks/>
            </p:cNvCxnSpPr>
            <p:nvPr/>
          </p:nvCxnSpPr>
          <p:spPr>
            <a:xfrm>
              <a:off x="4395863" y="2268148"/>
              <a:ext cx="914400" cy="914400"/>
            </a:xfrm>
            <a:prstGeom prst="curvedConnector3">
              <a:avLst/>
            </a:prstGeom>
            <a:noFill/>
            <a:ln w="34925">
              <a:solidFill>
                <a:srgbClr val="000000"/>
              </a:solidFill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61134866-D093-C044-A818-F07E97CE0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1765" y="3182548"/>
              <a:ext cx="1018498" cy="995752"/>
            </a:xfrm>
            <a:prstGeom prst="curvedConnector3">
              <a:avLst/>
            </a:prstGeom>
            <a:noFill/>
            <a:ln w="34925">
              <a:solidFill>
                <a:srgbClr val="000000"/>
              </a:solidFill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B55CD3-1577-9341-8760-545CAA78BED6}"/>
              </a:ext>
            </a:extLst>
          </p:cNvPr>
          <p:cNvCxnSpPr>
            <a:cxnSpLocks/>
          </p:cNvCxnSpPr>
          <p:nvPr/>
        </p:nvCxnSpPr>
        <p:spPr>
          <a:xfrm flipV="1">
            <a:off x="5253051" y="3181062"/>
            <a:ext cx="40170" cy="901"/>
          </a:xfrm>
          <a:prstGeom prst="straightConnector1">
            <a:avLst/>
          </a:pr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3D466A-10F5-B540-8F10-20C2F88EDE6A}"/>
              </a:ext>
            </a:extLst>
          </p:cNvPr>
          <p:cNvGrpSpPr/>
          <p:nvPr/>
        </p:nvGrpSpPr>
        <p:grpSpPr>
          <a:xfrm>
            <a:off x="5115337" y="2278544"/>
            <a:ext cx="2329901" cy="2202585"/>
            <a:chOff x="5249672" y="2278544"/>
            <a:chExt cx="2329901" cy="220258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81C166C-89F1-C344-A760-D49CD6937326}"/>
                </a:ext>
              </a:extLst>
            </p:cNvPr>
            <p:cNvGrpSpPr/>
            <p:nvPr/>
          </p:nvGrpSpPr>
          <p:grpSpPr>
            <a:xfrm>
              <a:off x="5249672" y="2278544"/>
              <a:ext cx="1565150" cy="2202585"/>
              <a:chOff x="5307056" y="2253912"/>
              <a:chExt cx="1565150" cy="2202585"/>
            </a:xfrm>
          </p:grpSpPr>
          <p:sp>
            <p:nvSpPr>
              <p:cNvPr id="76" name="TextBox 2">
                <a:extLst>
                  <a:ext uri="{FF2B5EF4-FFF2-40B4-BE49-F238E27FC236}">
                    <a16:creationId xmlns:a16="http://schemas.microsoft.com/office/drawing/2014/main" id="{BCDC65EC-C1C2-A7E5-9B56-63C723B9039F}"/>
                  </a:ext>
                </a:extLst>
              </p:cNvPr>
              <p:cNvSpPr/>
              <p:nvPr/>
            </p:nvSpPr>
            <p:spPr>
              <a:xfrm>
                <a:off x="5307056" y="3257622"/>
                <a:ext cx="1565150" cy="119887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Answer-Free,</a:t>
                </a:r>
                <a:b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</a:b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Contextually</a:t>
                </a:r>
                <a:endParaRPr lang="en-US" sz="1800" b="0" strike="noStrike" spc="-1" dirty="0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Grounded</a:t>
                </a: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Query Rewrite</a:t>
                </a:r>
                <a:endParaRPr lang="en-US" sz="1800" b="0" strike="noStrike" spc="-1" dirty="0">
                  <a:latin typeface="Arial"/>
                </a:endParaRPr>
              </a:p>
            </p:txBody>
          </p:sp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06E052F7-59DC-4EA0-81F8-6D073CAEAE5E}"/>
                  </a:ext>
                </a:extLst>
              </p:cNvPr>
              <p:cNvPicPr/>
              <p:nvPr/>
            </p:nvPicPr>
            <p:blipFill>
              <a:blip r:embed="rId4"/>
              <a:srcRect l="39057" t="28094" r="38296" b="28573"/>
              <a:stretch>
                <a:fillRect/>
              </a:stretch>
            </p:blipFill>
            <p:spPr>
              <a:xfrm>
                <a:off x="5687919" y="2253912"/>
                <a:ext cx="713425" cy="1061172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B3978B-7C7B-BD47-A533-FBB93B622FE2}"/>
                </a:ext>
              </a:extLst>
            </p:cNvPr>
            <p:cNvSpPr/>
            <p:nvPr/>
          </p:nvSpPr>
          <p:spPr>
            <a:xfrm>
              <a:off x="5820672" y="2927350"/>
              <a:ext cx="313428" cy="253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97B73FB-693D-1848-8214-EFD0E8233EF5}"/>
                </a:ext>
              </a:extLst>
            </p:cNvPr>
            <p:cNvSpPr/>
            <p:nvPr/>
          </p:nvSpPr>
          <p:spPr>
            <a:xfrm>
              <a:off x="7266145" y="4108608"/>
              <a:ext cx="313428" cy="253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93B4F98-92AB-AD48-A37E-A835AFF5A614}"/>
              </a:ext>
            </a:extLst>
          </p:cNvPr>
          <p:cNvGrpSpPr/>
          <p:nvPr/>
        </p:nvGrpSpPr>
        <p:grpSpPr>
          <a:xfrm>
            <a:off x="6901725" y="2080118"/>
            <a:ext cx="1050202" cy="1073040"/>
            <a:chOff x="7028369" y="2502245"/>
            <a:chExt cx="1050202" cy="107304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0821653-C769-6943-BF01-3F560E6A8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649" t="42246" r="55406" b="44575"/>
            <a:stretch>
              <a:fillRect/>
            </a:stretch>
          </p:blipFill>
          <p:spPr>
            <a:xfrm>
              <a:off x="7258580" y="2502245"/>
              <a:ext cx="511062" cy="47837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E25098-88B1-454B-9C62-8C1F5432C7C9}"/>
                </a:ext>
              </a:extLst>
            </p:cNvPr>
            <p:cNvSpPr/>
            <p:nvPr/>
          </p:nvSpPr>
          <p:spPr>
            <a:xfrm>
              <a:off x="7410791" y="2597684"/>
              <a:ext cx="202859" cy="2217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7C99A77-1607-0341-8163-E5730F3A6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338" t="44465" r="58718" b="48705"/>
            <a:stretch/>
          </p:blipFill>
          <p:spPr>
            <a:xfrm>
              <a:off x="7369320" y="2584288"/>
              <a:ext cx="184150" cy="24793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9" name="TextBox 2">
              <a:extLst>
                <a:ext uri="{FF2B5EF4-FFF2-40B4-BE49-F238E27FC236}">
                  <a16:creationId xmlns:a16="http://schemas.microsoft.com/office/drawing/2014/main" id="{DF6277D8-EA64-CF4A-A809-4541ECB30FC8}"/>
                </a:ext>
              </a:extLst>
            </p:cNvPr>
            <p:cNvSpPr/>
            <p:nvPr/>
          </p:nvSpPr>
          <p:spPr>
            <a:xfrm>
              <a:off x="7453023" y="2517734"/>
              <a:ext cx="297046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+</a:t>
              </a:r>
              <a:endParaRPr lang="en-US" sz="1800" b="0" strike="noStrike" spc="-1" dirty="0">
                <a:latin typeface="Arial"/>
              </a:endParaRPr>
            </a:p>
          </p:txBody>
        </p:sp>
        <p:sp>
          <p:nvSpPr>
            <p:cNvPr id="60" name="TextBox 2">
              <a:extLst>
                <a:ext uri="{FF2B5EF4-FFF2-40B4-BE49-F238E27FC236}">
                  <a16:creationId xmlns:a16="http://schemas.microsoft.com/office/drawing/2014/main" id="{0A6D4CE1-9A97-374E-A4E8-B2CC92F57695}"/>
                </a:ext>
              </a:extLst>
            </p:cNvPr>
            <p:cNvSpPr/>
            <p:nvPr/>
          </p:nvSpPr>
          <p:spPr>
            <a:xfrm>
              <a:off x="7028369" y="2930408"/>
              <a:ext cx="1050202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Questio</a:t>
              </a:r>
              <a:r>
                <a:rPr lang="en-US" b="1" spc="-1" dirty="0">
                  <a:solidFill>
                    <a:srgbClr val="000000"/>
                  </a:solidFill>
                  <a:latin typeface="Aptos"/>
                </a:rPr>
                <a:t>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63" name="Straight Arrow Connector 3">
            <a:extLst>
              <a:ext uri="{FF2B5EF4-FFF2-40B4-BE49-F238E27FC236}">
                <a16:creationId xmlns:a16="http://schemas.microsoft.com/office/drawing/2014/main" id="{3F246962-1B8C-024D-8B35-BC37A5D47D08}"/>
              </a:ext>
            </a:extLst>
          </p:cNvPr>
          <p:cNvSpPr/>
          <p:nvPr/>
        </p:nvSpPr>
        <p:spPr>
          <a:xfrm flipH="1">
            <a:off x="8220636" y="3267562"/>
            <a:ext cx="470195" cy="508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3" name="Straight Arrow Connector 3">
            <a:extLst>
              <a:ext uri="{FF2B5EF4-FFF2-40B4-BE49-F238E27FC236}">
                <a16:creationId xmlns:a16="http://schemas.microsoft.com/office/drawing/2014/main" id="{4098D01C-3D46-1848-AD26-33AD060B9366}"/>
              </a:ext>
            </a:extLst>
          </p:cNvPr>
          <p:cNvSpPr/>
          <p:nvPr/>
        </p:nvSpPr>
        <p:spPr>
          <a:xfrm flipV="1">
            <a:off x="6293328" y="2418163"/>
            <a:ext cx="681376" cy="4612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TextBox 2">
            <a:extLst>
              <a:ext uri="{FF2B5EF4-FFF2-40B4-BE49-F238E27FC236}">
                <a16:creationId xmlns:a16="http://schemas.microsoft.com/office/drawing/2014/main" id="{F003BD02-2021-1E49-98A9-4AA0FAFCB92C}"/>
              </a:ext>
            </a:extLst>
          </p:cNvPr>
          <p:cNvSpPr/>
          <p:nvPr/>
        </p:nvSpPr>
        <p:spPr>
          <a:xfrm>
            <a:off x="5607332" y="2901159"/>
            <a:ext cx="5051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Aptos"/>
              </a:rPr>
              <a:t>LM1</a:t>
            </a:r>
            <a:endParaRPr lang="en-US" sz="1400" b="0" strike="noStrike" spc="-1" dirty="0">
              <a:latin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0DA6AC-724E-6C49-8914-CFA878D0BE2C}"/>
              </a:ext>
            </a:extLst>
          </p:cNvPr>
          <p:cNvGrpSpPr/>
          <p:nvPr/>
        </p:nvGrpSpPr>
        <p:grpSpPr>
          <a:xfrm>
            <a:off x="8199472" y="2225021"/>
            <a:ext cx="1216688" cy="1083208"/>
            <a:chOff x="6644988" y="5005073"/>
            <a:chExt cx="1309274" cy="1165637"/>
          </a:xfrm>
        </p:grpSpPr>
        <p:sp>
          <p:nvSpPr>
            <p:cNvPr id="92" name="TextBox 2">
              <a:extLst>
                <a:ext uri="{FF2B5EF4-FFF2-40B4-BE49-F238E27FC236}">
                  <a16:creationId xmlns:a16="http://schemas.microsoft.com/office/drawing/2014/main" id="{4FC63024-0CEF-6040-84B6-F5D549772D8F}"/>
                </a:ext>
              </a:extLst>
            </p:cNvPr>
            <p:cNvSpPr/>
            <p:nvPr/>
          </p:nvSpPr>
          <p:spPr>
            <a:xfrm>
              <a:off x="6955548" y="5587892"/>
              <a:ext cx="699180" cy="42395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ptos"/>
                </a:rPr>
                <a:t>LM2</a:t>
              </a:r>
              <a:endParaRPr lang="en-US" sz="1400" b="0" strike="noStrike" spc="-1" dirty="0">
                <a:latin typeface="Arial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A846DB1-25BE-CC4A-A650-855A232DE362}"/>
                </a:ext>
              </a:extLst>
            </p:cNvPr>
            <p:cNvGrpSpPr/>
            <p:nvPr/>
          </p:nvGrpSpPr>
          <p:grpSpPr>
            <a:xfrm>
              <a:off x="6644988" y="5005073"/>
              <a:ext cx="1309274" cy="1165637"/>
              <a:chOff x="6650503" y="4958543"/>
              <a:chExt cx="1309274" cy="1165637"/>
            </a:xfrm>
          </p:grpSpPr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D2E4CD89-4292-6642-A4EC-43B3606063FB}"/>
                  </a:ext>
                </a:extLst>
              </p:cNvPr>
              <p:cNvPicPr/>
              <p:nvPr/>
            </p:nvPicPr>
            <p:blipFill rotWithShape="1">
              <a:blip r:embed="rId4"/>
              <a:srcRect l="43494" t="40092" r="42944" b="50420"/>
              <a:stretch/>
            </p:blipFill>
            <p:spPr>
              <a:xfrm>
                <a:off x="7066996" y="5076720"/>
                <a:ext cx="476287" cy="259032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9A188E54-481F-D547-B77F-A3AF3AA2DF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69807"/>
              <a:stretch/>
            </p:blipFill>
            <p:spPr>
              <a:xfrm>
                <a:off x="6650503" y="5728878"/>
                <a:ext cx="1309274" cy="395302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39726E7-88C0-6E40-8F98-751195243B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9723" b="19723"/>
              <a:stretch/>
            </p:blipFill>
            <p:spPr>
              <a:xfrm>
                <a:off x="6650503" y="4958543"/>
                <a:ext cx="1309274" cy="792819"/>
              </a:xfrm>
              <a:prstGeom prst="rect">
                <a:avLst/>
              </a:prstGeom>
            </p:spPr>
          </p:pic>
        </p:grp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120A5A7-0DDD-AF4F-826A-F6382F35C2D7}"/>
              </a:ext>
            </a:extLst>
          </p:cNvPr>
          <p:cNvCxnSpPr>
            <a:cxnSpLocks/>
          </p:cNvCxnSpPr>
          <p:nvPr/>
        </p:nvCxnSpPr>
        <p:spPr>
          <a:xfrm>
            <a:off x="7789913" y="2418163"/>
            <a:ext cx="495346" cy="0"/>
          </a:xfrm>
          <a:prstGeom prst="straightConnector1">
            <a:avLst/>
          </a:prstGeom>
          <a:noFill/>
          <a:ln w="349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648A1B7-5911-1044-B2F5-153A2FB8A3F6}"/>
              </a:ext>
            </a:extLst>
          </p:cNvPr>
          <p:cNvGrpSpPr/>
          <p:nvPr/>
        </p:nvGrpSpPr>
        <p:grpSpPr>
          <a:xfrm>
            <a:off x="7239902" y="3389938"/>
            <a:ext cx="1100022" cy="1320600"/>
            <a:chOff x="8496035" y="2337012"/>
            <a:chExt cx="1100022" cy="132060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DFF5101-C4F1-8743-9FE1-A22F855ECE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3752" t="27486" r="24704" b="22496"/>
            <a:stretch/>
          </p:blipFill>
          <p:spPr>
            <a:xfrm>
              <a:off x="8759910" y="2337012"/>
              <a:ext cx="480032" cy="465830"/>
            </a:xfrm>
            <a:prstGeom prst="rect">
              <a:avLst/>
            </a:prstGeom>
          </p:spPr>
        </p:pic>
        <p:sp>
          <p:nvSpPr>
            <p:cNvPr id="95" name="TextBox 4">
              <a:extLst>
                <a:ext uri="{FF2B5EF4-FFF2-40B4-BE49-F238E27FC236}">
                  <a16:creationId xmlns:a16="http://schemas.microsoft.com/office/drawing/2014/main" id="{52B351E2-0A2D-AB45-A767-C7D847E869A8}"/>
                </a:ext>
              </a:extLst>
            </p:cNvPr>
            <p:cNvSpPr/>
            <p:nvPr/>
          </p:nvSpPr>
          <p:spPr>
            <a:xfrm>
              <a:off x="8496035" y="2735736"/>
              <a:ext cx="1100022" cy="921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Response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Accuracy</a:t>
              </a:r>
              <a:endParaRPr lang="en-US" sz="1800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98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C8E3-B876-D217-55F2-4969311A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7E53DF9F-D305-EC21-A568-4819FE39E5B8}"/>
              </a:ext>
            </a:extLst>
          </p:cNvPr>
          <p:cNvSpPr/>
          <p:nvPr/>
        </p:nvSpPr>
        <p:spPr>
          <a:xfrm>
            <a:off x="7131810" y="4108608"/>
            <a:ext cx="313428" cy="253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F98B9AC-9D92-7F9F-8B7D-B72C1634C0BB}"/>
              </a:ext>
            </a:extLst>
          </p:cNvPr>
          <p:cNvGrpSpPr/>
          <p:nvPr/>
        </p:nvGrpSpPr>
        <p:grpSpPr>
          <a:xfrm>
            <a:off x="8357582" y="1918232"/>
            <a:ext cx="1057832" cy="1198876"/>
            <a:chOff x="8146370" y="1954282"/>
            <a:chExt cx="1057832" cy="11988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01407F-6CC4-5190-5E77-3A5996E2B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6370" y="1954282"/>
              <a:ext cx="1057832" cy="11988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FB1612-8B4E-9180-1253-2ACC7DE90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0" t="15792" r="11012" b="19710"/>
            <a:stretch>
              <a:fillRect/>
            </a:stretch>
          </p:blipFill>
          <p:spPr>
            <a:xfrm>
              <a:off x="8502189" y="2682944"/>
              <a:ext cx="353719" cy="159064"/>
            </a:xfrm>
            <a:prstGeom prst="rect">
              <a:avLst/>
            </a:prstGeom>
          </p:spPr>
        </p:pic>
      </p:grpSp>
      <p:sp>
        <p:nvSpPr>
          <p:cNvPr id="11" name="Straight Arrow Connector 3">
            <a:extLst>
              <a:ext uri="{FF2B5EF4-FFF2-40B4-BE49-F238E27FC236}">
                <a16:creationId xmlns:a16="http://schemas.microsoft.com/office/drawing/2014/main" id="{23DC937E-4E6D-5F10-1103-E82B4749A79F}"/>
              </a:ext>
            </a:extLst>
          </p:cNvPr>
          <p:cNvSpPr/>
          <p:nvPr/>
        </p:nvSpPr>
        <p:spPr>
          <a:xfrm rot="5400000">
            <a:off x="8785734" y="3220464"/>
            <a:ext cx="201168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3F432C-4724-2444-95E7-F89FA92CEF39}"/>
              </a:ext>
            </a:extLst>
          </p:cNvPr>
          <p:cNvGrpSpPr/>
          <p:nvPr/>
        </p:nvGrpSpPr>
        <p:grpSpPr>
          <a:xfrm>
            <a:off x="5102594" y="1980326"/>
            <a:ext cx="1565150" cy="2404444"/>
            <a:chOff x="9707574" y="935272"/>
            <a:chExt cx="1565150" cy="2404444"/>
          </a:xfrm>
        </p:grpSpPr>
        <p:sp>
          <p:nvSpPr>
            <p:cNvPr id="16" name="Rounded Rectangle 2">
              <a:extLst>
                <a:ext uri="{FF2B5EF4-FFF2-40B4-BE49-F238E27FC236}">
                  <a16:creationId xmlns:a16="http://schemas.microsoft.com/office/drawing/2014/main" id="{62B317F9-37CA-9FE4-ECD2-332FCE32AAA7}"/>
                </a:ext>
              </a:extLst>
            </p:cNvPr>
            <p:cNvSpPr/>
            <p:nvPr/>
          </p:nvSpPr>
          <p:spPr>
            <a:xfrm>
              <a:off x="9715969" y="935272"/>
              <a:ext cx="1548360" cy="2404444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20DB0A2B-4AB1-9C4F-231E-FE5004B00278}"/>
                </a:ext>
              </a:extLst>
            </p:cNvPr>
            <p:cNvSpPr/>
            <p:nvPr/>
          </p:nvSpPr>
          <p:spPr>
            <a:xfrm>
              <a:off x="9707574" y="956267"/>
              <a:ext cx="1565150" cy="119887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Answer-Free,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Contextually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Grounded</a:t>
              </a: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Query Rewrite</a:t>
              </a:r>
              <a:endParaRPr lang="en-US" sz="1800" b="0" strike="noStrike" spc="-1" dirty="0">
                <a:latin typeface="Arial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6A57D31-D3A5-1767-0142-5FC8B95F5F6B}"/>
                </a:ext>
              </a:extLst>
            </p:cNvPr>
            <p:cNvGrpSpPr/>
            <p:nvPr/>
          </p:nvGrpSpPr>
          <p:grpSpPr>
            <a:xfrm>
              <a:off x="10133437" y="2155691"/>
              <a:ext cx="713425" cy="1061172"/>
              <a:chOff x="10077928" y="2155691"/>
              <a:chExt cx="713425" cy="106117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D373433-BB82-2EFC-ACFF-15DF323D1D40}"/>
                  </a:ext>
                </a:extLst>
              </p:cNvPr>
              <p:cNvGrpSpPr/>
              <p:nvPr/>
            </p:nvGrpSpPr>
            <p:grpSpPr>
              <a:xfrm>
                <a:off x="10077928" y="2155691"/>
                <a:ext cx="713425" cy="1061172"/>
                <a:chOff x="10076667" y="4181041"/>
                <a:chExt cx="713425" cy="1061172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ED163F81-9F02-638E-30E0-50A2C6070CF8}"/>
                    </a:ext>
                  </a:extLst>
                </p:cNvPr>
                <p:cNvPicPr/>
                <p:nvPr/>
              </p:nvPicPr>
              <p:blipFill>
                <a:blip r:embed="rId4"/>
                <a:srcRect l="39057" t="28094" r="38296" b="28573"/>
                <a:stretch>
                  <a:fillRect/>
                </a:stretch>
              </p:blipFill>
              <p:spPr>
                <a:xfrm>
                  <a:off x="10076667" y="4181041"/>
                  <a:ext cx="713425" cy="1061172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E300BC7-82E4-05ED-CD7E-959AC9DDB1E2}"/>
                    </a:ext>
                  </a:extLst>
                </p:cNvPr>
                <p:cNvSpPr/>
                <p:nvPr/>
              </p:nvSpPr>
              <p:spPr>
                <a:xfrm>
                  <a:off x="10266804" y="4829847"/>
                  <a:ext cx="313428" cy="2537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" name="TextBox 2">
                <a:extLst>
                  <a:ext uri="{FF2B5EF4-FFF2-40B4-BE49-F238E27FC236}">
                    <a16:creationId xmlns:a16="http://schemas.microsoft.com/office/drawing/2014/main" id="{0C6A8BEA-155B-2ACB-8696-95C864E389A5}"/>
                  </a:ext>
                </a:extLst>
              </p:cNvPr>
              <p:cNvSpPr/>
              <p:nvPr/>
            </p:nvSpPr>
            <p:spPr>
              <a:xfrm>
                <a:off x="10128671" y="2774188"/>
                <a:ext cx="602293" cy="306323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ptos"/>
                  </a:rPr>
                  <a:t>LM1</a:t>
                </a:r>
                <a:endParaRPr lang="en-US" sz="1400" b="0" strike="noStrike" spc="-1" dirty="0">
                  <a:latin typeface="Arial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FDC46E-A53E-7B2D-E69C-5F74B0BCFF21}"/>
              </a:ext>
            </a:extLst>
          </p:cNvPr>
          <p:cNvGrpSpPr/>
          <p:nvPr/>
        </p:nvGrpSpPr>
        <p:grpSpPr>
          <a:xfrm>
            <a:off x="2978376" y="2772134"/>
            <a:ext cx="1607863" cy="1731768"/>
            <a:chOff x="9796989" y="4356279"/>
            <a:chExt cx="1607863" cy="1731768"/>
          </a:xfrm>
        </p:grpSpPr>
        <p:sp>
          <p:nvSpPr>
            <p:cNvPr id="35" name="Rounded Rectangle 1">
              <a:extLst>
                <a:ext uri="{FF2B5EF4-FFF2-40B4-BE49-F238E27FC236}">
                  <a16:creationId xmlns:a16="http://schemas.microsoft.com/office/drawing/2014/main" id="{72AAC944-211D-A637-F3D4-CA6B6A19D4E9}"/>
                </a:ext>
              </a:extLst>
            </p:cNvPr>
            <p:cNvSpPr/>
            <p:nvPr/>
          </p:nvSpPr>
          <p:spPr>
            <a:xfrm>
              <a:off x="9796989" y="4385882"/>
              <a:ext cx="1607863" cy="1702165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36" name="Group 3">
              <a:extLst>
                <a:ext uri="{FF2B5EF4-FFF2-40B4-BE49-F238E27FC236}">
                  <a16:creationId xmlns:a16="http://schemas.microsoft.com/office/drawing/2014/main" id="{C4AA7E08-EB6F-E291-7C57-42AB766A9712}"/>
                </a:ext>
              </a:extLst>
            </p:cNvPr>
            <p:cNvGrpSpPr/>
            <p:nvPr/>
          </p:nvGrpSpPr>
          <p:grpSpPr>
            <a:xfrm>
              <a:off x="10073520" y="4807082"/>
              <a:ext cx="1054800" cy="1211346"/>
              <a:chOff x="1828800" y="2250000"/>
              <a:chExt cx="1054800" cy="1211346"/>
            </a:xfrm>
          </p:grpSpPr>
          <p:sp>
            <p:nvSpPr>
              <p:cNvPr id="40" name="Rectangle 2">
                <a:extLst>
                  <a:ext uri="{FF2B5EF4-FFF2-40B4-BE49-F238E27FC236}">
                    <a16:creationId xmlns:a16="http://schemas.microsoft.com/office/drawing/2014/main" id="{A44CF6C2-2022-AAC5-F3FC-BF513EB72FF4}"/>
                  </a:ext>
                </a:extLst>
              </p:cNvPr>
              <p:cNvSpPr/>
              <p:nvPr/>
            </p:nvSpPr>
            <p:spPr>
              <a:xfrm>
                <a:off x="1956600" y="225000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41" name="Picture 2">
                <a:extLst>
                  <a:ext uri="{FF2B5EF4-FFF2-40B4-BE49-F238E27FC236}">
                    <a16:creationId xmlns:a16="http://schemas.microsoft.com/office/drawing/2014/main" id="{2ABCC614-DFB0-A75C-DF46-38C1E655C3BD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>
                <a:off x="1828800" y="2410866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7" name="TextBox 1">
              <a:extLst>
                <a:ext uri="{FF2B5EF4-FFF2-40B4-BE49-F238E27FC236}">
                  <a16:creationId xmlns:a16="http://schemas.microsoft.com/office/drawing/2014/main" id="{C2F56467-5254-7516-2366-C658C6342100}"/>
                </a:ext>
              </a:extLst>
            </p:cNvPr>
            <p:cNvSpPr/>
            <p:nvPr/>
          </p:nvSpPr>
          <p:spPr>
            <a:xfrm>
              <a:off x="9957518" y="4356279"/>
              <a:ext cx="1286804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</a:t>
              </a: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42" name="Straight Arrow Connector 1">
            <a:extLst>
              <a:ext uri="{FF2B5EF4-FFF2-40B4-BE49-F238E27FC236}">
                <a16:creationId xmlns:a16="http://schemas.microsoft.com/office/drawing/2014/main" id="{5F713E35-A611-CC75-74A3-A1869E14AB6C}"/>
              </a:ext>
            </a:extLst>
          </p:cNvPr>
          <p:cNvSpPr/>
          <p:nvPr/>
        </p:nvSpPr>
        <p:spPr>
          <a:xfrm>
            <a:off x="4640339" y="3197492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2D681104-E057-ED01-DCF9-171B602D62EF}"/>
              </a:ext>
            </a:extLst>
          </p:cNvPr>
          <p:cNvSpPr/>
          <p:nvPr/>
        </p:nvSpPr>
        <p:spPr>
          <a:xfrm>
            <a:off x="3653838" y="1980326"/>
            <a:ext cx="816162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User 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Query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46" name="Straight Arrow Connector 2">
            <a:extLst>
              <a:ext uri="{FF2B5EF4-FFF2-40B4-BE49-F238E27FC236}">
                <a16:creationId xmlns:a16="http://schemas.microsoft.com/office/drawing/2014/main" id="{82D67E41-82D7-EA90-3B20-BEE659328088}"/>
              </a:ext>
            </a:extLst>
          </p:cNvPr>
          <p:cNvSpPr/>
          <p:nvPr/>
        </p:nvSpPr>
        <p:spPr>
          <a:xfrm>
            <a:off x="4640339" y="2326649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413F7E2-9C3B-206B-7AC0-F5D2A2B6089F}"/>
              </a:ext>
            </a:extLst>
          </p:cNvPr>
          <p:cNvGrpSpPr/>
          <p:nvPr/>
        </p:nvGrpSpPr>
        <p:grpSpPr>
          <a:xfrm>
            <a:off x="2978376" y="1980326"/>
            <a:ext cx="1607863" cy="685800"/>
            <a:chOff x="9796989" y="3429000"/>
            <a:chExt cx="1607863" cy="685800"/>
          </a:xfrm>
        </p:grpSpPr>
        <p:sp>
          <p:nvSpPr>
            <p:cNvPr id="44" name="Rounded Rectangle 3">
              <a:extLst>
                <a:ext uri="{FF2B5EF4-FFF2-40B4-BE49-F238E27FC236}">
                  <a16:creationId xmlns:a16="http://schemas.microsoft.com/office/drawing/2014/main" id="{05FE46C7-C2C0-12D7-EC43-38916650D32F}"/>
                </a:ext>
              </a:extLst>
            </p:cNvPr>
            <p:cNvSpPr/>
            <p:nvPr/>
          </p:nvSpPr>
          <p:spPr>
            <a:xfrm>
              <a:off x="9796989" y="3429000"/>
              <a:ext cx="1607863" cy="685800"/>
            </a:xfrm>
            <a:prstGeom prst="roundRect">
              <a:avLst>
                <a:gd name="adj" fmla="val 31279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82EBED7-8293-1A2C-4BC0-0A3AB220B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3649" t="42246" r="55406" b="44575"/>
            <a:stretch>
              <a:fillRect/>
            </a:stretch>
          </p:blipFill>
          <p:spPr>
            <a:xfrm>
              <a:off x="9973774" y="3523930"/>
              <a:ext cx="511062" cy="478379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C31583A-B681-7064-BEBF-3FFE133B4A4C}"/>
              </a:ext>
            </a:extLst>
          </p:cNvPr>
          <p:cNvGrpSpPr/>
          <p:nvPr/>
        </p:nvGrpSpPr>
        <p:grpSpPr>
          <a:xfrm>
            <a:off x="7102146" y="2002402"/>
            <a:ext cx="990378" cy="1195090"/>
            <a:chOff x="6869687" y="2001321"/>
            <a:chExt cx="990378" cy="119509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5F8AEFB-AA10-FC3F-DC07-E85CDAF49B97}"/>
                </a:ext>
              </a:extLst>
            </p:cNvPr>
            <p:cNvGrpSpPr/>
            <p:nvPr/>
          </p:nvGrpSpPr>
          <p:grpSpPr>
            <a:xfrm>
              <a:off x="7109345" y="2080118"/>
              <a:ext cx="511062" cy="478379"/>
              <a:chOff x="7131936" y="2080118"/>
              <a:chExt cx="511062" cy="478379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AF5E8DC-EBB3-8188-731B-5ECAE526E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3649" t="42246" r="55406" b="44575"/>
              <a:stretch>
                <a:fillRect/>
              </a:stretch>
            </p:blipFill>
            <p:spPr>
              <a:xfrm>
                <a:off x="7131936" y="2080118"/>
                <a:ext cx="511062" cy="478379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D21D4E7-DED5-7266-5E78-9AF95DABDA88}"/>
                  </a:ext>
                </a:extLst>
              </p:cNvPr>
              <p:cNvSpPr/>
              <p:nvPr/>
            </p:nvSpPr>
            <p:spPr>
              <a:xfrm>
                <a:off x="7284147" y="2175557"/>
                <a:ext cx="202859" cy="2217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733F034A-64DF-13BC-A87F-19315C7F3D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7338" t="44465" r="58718" b="48705"/>
              <a:stretch/>
            </p:blipFill>
            <p:spPr>
              <a:xfrm>
                <a:off x="7242676" y="2162161"/>
                <a:ext cx="184150" cy="247939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9" name="TextBox 2">
                <a:extLst>
                  <a:ext uri="{FF2B5EF4-FFF2-40B4-BE49-F238E27FC236}">
                    <a16:creationId xmlns:a16="http://schemas.microsoft.com/office/drawing/2014/main" id="{6A90E7E5-1022-074B-9167-AD57C380609B}"/>
                  </a:ext>
                </a:extLst>
              </p:cNvPr>
              <p:cNvSpPr/>
              <p:nvPr/>
            </p:nvSpPr>
            <p:spPr>
              <a:xfrm>
                <a:off x="7326379" y="2095607"/>
                <a:ext cx="297046" cy="36787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+</a:t>
                </a:r>
                <a:endParaRPr lang="en-US" sz="1800" b="0" strike="noStrike" spc="-1" dirty="0">
                  <a:latin typeface="Arial"/>
                </a:endParaRPr>
              </a:p>
            </p:txBody>
          </p:sp>
        </p:grpSp>
        <p:sp>
          <p:nvSpPr>
            <p:cNvPr id="60" name="TextBox 2">
              <a:extLst>
                <a:ext uri="{FF2B5EF4-FFF2-40B4-BE49-F238E27FC236}">
                  <a16:creationId xmlns:a16="http://schemas.microsoft.com/office/drawing/2014/main" id="{B7D74F6A-94CB-0429-3013-77861035153C}"/>
                </a:ext>
              </a:extLst>
            </p:cNvPr>
            <p:cNvSpPr/>
            <p:nvPr/>
          </p:nvSpPr>
          <p:spPr>
            <a:xfrm>
              <a:off x="6869688" y="2508281"/>
              <a:ext cx="990377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Query</a:t>
              </a:r>
              <a:endParaRPr lang="en-US" sz="1800" b="0" strike="noStrike" spc="-1" dirty="0">
                <a:latin typeface="Arial"/>
              </a:endParaRPr>
            </a:p>
          </p:txBody>
        </p:sp>
        <p:sp>
          <p:nvSpPr>
            <p:cNvPr id="61" name="Rounded Rectangle 3">
              <a:extLst>
                <a:ext uri="{FF2B5EF4-FFF2-40B4-BE49-F238E27FC236}">
                  <a16:creationId xmlns:a16="http://schemas.microsoft.com/office/drawing/2014/main" id="{B77B8520-816D-7DEA-E7E4-94175A09C065}"/>
                </a:ext>
              </a:extLst>
            </p:cNvPr>
            <p:cNvSpPr/>
            <p:nvPr/>
          </p:nvSpPr>
          <p:spPr>
            <a:xfrm>
              <a:off x="6869687" y="2001321"/>
              <a:ext cx="990378" cy="1195090"/>
            </a:xfrm>
            <a:prstGeom prst="roundRect">
              <a:avLst>
                <a:gd name="adj" fmla="val 22910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5" name="Straight Arrow Connector 2">
            <a:extLst>
              <a:ext uri="{FF2B5EF4-FFF2-40B4-BE49-F238E27FC236}">
                <a16:creationId xmlns:a16="http://schemas.microsoft.com/office/drawing/2014/main" id="{670063F3-D306-5CC6-A7C8-ED1F89A2F4F2}"/>
              </a:ext>
            </a:extLst>
          </p:cNvPr>
          <p:cNvSpPr/>
          <p:nvPr/>
        </p:nvSpPr>
        <p:spPr>
          <a:xfrm>
            <a:off x="6728478" y="2323226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6" name="Straight Arrow Connector 2">
            <a:extLst>
              <a:ext uri="{FF2B5EF4-FFF2-40B4-BE49-F238E27FC236}">
                <a16:creationId xmlns:a16="http://schemas.microsoft.com/office/drawing/2014/main" id="{B83FE681-87C2-9DD5-CB4F-5EACA55232BF}"/>
              </a:ext>
            </a:extLst>
          </p:cNvPr>
          <p:cNvSpPr/>
          <p:nvPr/>
        </p:nvSpPr>
        <p:spPr>
          <a:xfrm>
            <a:off x="8157633" y="2323226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5CE8BDA-2313-5878-3BCA-0910820C94FB}"/>
              </a:ext>
            </a:extLst>
          </p:cNvPr>
          <p:cNvGrpSpPr/>
          <p:nvPr/>
        </p:nvGrpSpPr>
        <p:grpSpPr>
          <a:xfrm>
            <a:off x="8301958" y="3383803"/>
            <a:ext cx="1169080" cy="1387517"/>
            <a:chOff x="9685870" y="4770821"/>
            <a:chExt cx="1169080" cy="138751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7570EA2-D717-9561-6533-78F470F230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3752" t="27486" r="24704" b="22496"/>
            <a:stretch/>
          </p:blipFill>
          <p:spPr>
            <a:xfrm>
              <a:off x="10030394" y="4829272"/>
              <a:ext cx="480032" cy="465830"/>
            </a:xfrm>
            <a:prstGeom prst="rect">
              <a:avLst/>
            </a:prstGeom>
          </p:spPr>
        </p:pic>
        <p:sp>
          <p:nvSpPr>
            <p:cNvPr id="95" name="TextBox 4">
              <a:extLst>
                <a:ext uri="{FF2B5EF4-FFF2-40B4-BE49-F238E27FC236}">
                  <a16:creationId xmlns:a16="http://schemas.microsoft.com/office/drawing/2014/main" id="{D40D9AD0-1466-C217-4843-031D9522025A}"/>
                </a:ext>
              </a:extLst>
            </p:cNvPr>
            <p:cNvSpPr/>
            <p:nvPr/>
          </p:nvSpPr>
          <p:spPr>
            <a:xfrm>
              <a:off x="9720399" y="5227996"/>
              <a:ext cx="1100022" cy="9218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Response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Accuracy</a:t>
              </a:r>
              <a:endParaRPr lang="en-US" sz="1800" b="0" strike="noStrike" spc="-1" dirty="0">
                <a:latin typeface="Arial"/>
              </a:endParaRPr>
            </a:p>
          </p:txBody>
        </p:sp>
        <p:sp>
          <p:nvSpPr>
            <p:cNvPr id="80" name="Rounded Rectangle 3">
              <a:extLst>
                <a:ext uri="{FF2B5EF4-FFF2-40B4-BE49-F238E27FC236}">
                  <a16:creationId xmlns:a16="http://schemas.microsoft.com/office/drawing/2014/main" id="{B717A80A-9E3F-BD4C-0692-FC0C921FE767}"/>
                </a:ext>
              </a:extLst>
            </p:cNvPr>
            <p:cNvSpPr/>
            <p:nvPr/>
          </p:nvSpPr>
          <p:spPr>
            <a:xfrm>
              <a:off x="9685870" y="4770821"/>
              <a:ext cx="1169080" cy="1387517"/>
            </a:xfrm>
            <a:prstGeom prst="roundRect">
              <a:avLst>
                <a:gd name="adj" fmla="val 22910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2135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FA54A-2EE6-168E-A10F-121C08AD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775C943A-D9BB-BC66-DE67-B5743BDB0589}"/>
              </a:ext>
            </a:extLst>
          </p:cNvPr>
          <p:cNvSpPr/>
          <p:nvPr/>
        </p:nvSpPr>
        <p:spPr>
          <a:xfrm>
            <a:off x="7131810" y="4108608"/>
            <a:ext cx="313428" cy="253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0F14688-FBA1-6AE3-8262-C3F9A78FE815}"/>
              </a:ext>
            </a:extLst>
          </p:cNvPr>
          <p:cNvGrpSpPr/>
          <p:nvPr/>
        </p:nvGrpSpPr>
        <p:grpSpPr>
          <a:xfrm>
            <a:off x="8357582" y="1918232"/>
            <a:ext cx="1057832" cy="1198876"/>
            <a:chOff x="8146370" y="1954282"/>
            <a:chExt cx="1057832" cy="11988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61FDF6B-92A0-CEE8-F4D3-ABE77D7C8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6370" y="1954282"/>
              <a:ext cx="1057832" cy="11988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1A1166-F96B-3B80-20E5-CFAB40C9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0" t="15792" r="11012" b="19710"/>
            <a:stretch>
              <a:fillRect/>
            </a:stretch>
          </p:blipFill>
          <p:spPr>
            <a:xfrm>
              <a:off x="8502189" y="2682944"/>
              <a:ext cx="353719" cy="159064"/>
            </a:xfrm>
            <a:prstGeom prst="rect">
              <a:avLst/>
            </a:prstGeom>
          </p:spPr>
        </p:pic>
      </p:grpSp>
      <p:sp>
        <p:nvSpPr>
          <p:cNvPr id="11" name="Straight Arrow Connector 3">
            <a:extLst>
              <a:ext uri="{FF2B5EF4-FFF2-40B4-BE49-F238E27FC236}">
                <a16:creationId xmlns:a16="http://schemas.microsoft.com/office/drawing/2014/main" id="{A236163E-0F4D-7E3F-93E5-6F8CE255F02E}"/>
              </a:ext>
            </a:extLst>
          </p:cNvPr>
          <p:cNvSpPr/>
          <p:nvPr/>
        </p:nvSpPr>
        <p:spPr>
          <a:xfrm rot="5400000">
            <a:off x="8785734" y="3220464"/>
            <a:ext cx="201168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259F26-0385-287C-F511-A8543C2AE3D2}"/>
              </a:ext>
            </a:extLst>
          </p:cNvPr>
          <p:cNvGrpSpPr/>
          <p:nvPr/>
        </p:nvGrpSpPr>
        <p:grpSpPr>
          <a:xfrm>
            <a:off x="5102594" y="1980326"/>
            <a:ext cx="1565150" cy="2404444"/>
            <a:chOff x="9707574" y="935272"/>
            <a:chExt cx="1565150" cy="2404444"/>
          </a:xfrm>
        </p:grpSpPr>
        <p:sp>
          <p:nvSpPr>
            <p:cNvPr id="16" name="Rounded Rectangle 2">
              <a:extLst>
                <a:ext uri="{FF2B5EF4-FFF2-40B4-BE49-F238E27FC236}">
                  <a16:creationId xmlns:a16="http://schemas.microsoft.com/office/drawing/2014/main" id="{0B6F5FD7-69FE-7120-41D2-41A3AECCF7F4}"/>
                </a:ext>
              </a:extLst>
            </p:cNvPr>
            <p:cNvSpPr/>
            <p:nvPr/>
          </p:nvSpPr>
          <p:spPr>
            <a:xfrm>
              <a:off x="9715969" y="935272"/>
              <a:ext cx="1548360" cy="2404444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9309935B-5634-2F1B-5405-C54E88759AC5}"/>
                </a:ext>
              </a:extLst>
            </p:cNvPr>
            <p:cNvSpPr/>
            <p:nvPr/>
          </p:nvSpPr>
          <p:spPr>
            <a:xfrm>
              <a:off x="9707574" y="956267"/>
              <a:ext cx="1565150" cy="119887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Answer-Free,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Contextually</a:t>
              </a:r>
              <a:endParaRPr lang="en-US" sz="18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Grounded</a:t>
              </a: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Query Rewrite</a:t>
              </a:r>
              <a:endParaRPr lang="en-US" sz="1800" b="0" strike="noStrike" spc="-1" dirty="0">
                <a:latin typeface="Arial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0232FA7-8160-3347-D994-E450D06CB97E}"/>
                </a:ext>
              </a:extLst>
            </p:cNvPr>
            <p:cNvGrpSpPr/>
            <p:nvPr/>
          </p:nvGrpSpPr>
          <p:grpSpPr>
            <a:xfrm>
              <a:off x="10133437" y="2155691"/>
              <a:ext cx="713425" cy="1061172"/>
              <a:chOff x="10077928" y="2155691"/>
              <a:chExt cx="713425" cy="106117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2CAF077-3E26-20CA-AFB2-DC34E9825CBC}"/>
                  </a:ext>
                </a:extLst>
              </p:cNvPr>
              <p:cNvGrpSpPr/>
              <p:nvPr/>
            </p:nvGrpSpPr>
            <p:grpSpPr>
              <a:xfrm>
                <a:off x="10077928" y="2155691"/>
                <a:ext cx="713425" cy="1061172"/>
                <a:chOff x="10076667" y="4181041"/>
                <a:chExt cx="713425" cy="1061172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2EF781AF-F8C0-A417-38FB-432207803476}"/>
                    </a:ext>
                  </a:extLst>
                </p:cNvPr>
                <p:cNvPicPr/>
                <p:nvPr/>
              </p:nvPicPr>
              <p:blipFill>
                <a:blip r:embed="rId4"/>
                <a:srcRect l="39057" t="28094" r="38296" b="28573"/>
                <a:stretch>
                  <a:fillRect/>
                </a:stretch>
              </p:blipFill>
              <p:spPr>
                <a:xfrm>
                  <a:off x="10076667" y="4181041"/>
                  <a:ext cx="713425" cy="1061172"/>
                </a:xfrm>
                <a:prstGeom prst="rect">
                  <a:avLst/>
                </a:prstGeom>
                <a:ln w="0">
                  <a:noFill/>
                </a:ln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3C59B97-1FB7-88FF-7A75-DF8C9387E52B}"/>
                    </a:ext>
                  </a:extLst>
                </p:cNvPr>
                <p:cNvSpPr/>
                <p:nvPr/>
              </p:nvSpPr>
              <p:spPr>
                <a:xfrm>
                  <a:off x="10266804" y="4829847"/>
                  <a:ext cx="313428" cy="2537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" name="TextBox 2">
                <a:extLst>
                  <a:ext uri="{FF2B5EF4-FFF2-40B4-BE49-F238E27FC236}">
                    <a16:creationId xmlns:a16="http://schemas.microsoft.com/office/drawing/2014/main" id="{5CEAD463-97CA-7FF9-5DAB-B781FF0F8374}"/>
                  </a:ext>
                </a:extLst>
              </p:cNvPr>
              <p:cNvSpPr/>
              <p:nvPr/>
            </p:nvSpPr>
            <p:spPr>
              <a:xfrm>
                <a:off x="10128671" y="2774188"/>
                <a:ext cx="602293" cy="306323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400" b="1" strike="noStrike" spc="-1" dirty="0">
                    <a:solidFill>
                      <a:srgbClr val="000000"/>
                    </a:solidFill>
                    <a:latin typeface="Aptos"/>
                  </a:rPr>
                  <a:t>LM1</a:t>
                </a:r>
                <a:endParaRPr lang="en-US" sz="1400" b="0" strike="noStrike" spc="-1" dirty="0">
                  <a:latin typeface="Arial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9A66856-EDE9-307B-9B85-41339E42015D}"/>
              </a:ext>
            </a:extLst>
          </p:cNvPr>
          <p:cNvGrpSpPr/>
          <p:nvPr/>
        </p:nvGrpSpPr>
        <p:grpSpPr>
          <a:xfrm>
            <a:off x="2978376" y="2772134"/>
            <a:ext cx="1607863" cy="1731768"/>
            <a:chOff x="9796989" y="4356279"/>
            <a:chExt cx="1607863" cy="1731768"/>
          </a:xfrm>
        </p:grpSpPr>
        <p:sp>
          <p:nvSpPr>
            <p:cNvPr id="35" name="Rounded Rectangle 1">
              <a:extLst>
                <a:ext uri="{FF2B5EF4-FFF2-40B4-BE49-F238E27FC236}">
                  <a16:creationId xmlns:a16="http://schemas.microsoft.com/office/drawing/2014/main" id="{D3C4724F-8AD9-4899-FAE0-65C8FCDF6806}"/>
                </a:ext>
              </a:extLst>
            </p:cNvPr>
            <p:cNvSpPr/>
            <p:nvPr/>
          </p:nvSpPr>
          <p:spPr>
            <a:xfrm>
              <a:off x="9796989" y="4385882"/>
              <a:ext cx="1607863" cy="1702165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36" name="Group 3">
              <a:extLst>
                <a:ext uri="{FF2B5EF4-FFF2-40B4-BE49-F238E27FC236}">
                  <a16:creationId xmlns:a16="http://schemas.microsoft.com/office/drawing/2014/main" id="{A3ED171F-98FC-C9F4-9F60-5620A19025DF}"/>
                </a:ext>
              </a:extLst>
            </p:cNvPr>
            <p:cNvGrpSpPr/>
            <p:nvPr/>
          </p:nvGrpSpPr>
          <p:grpSpPr>
            <a:xfrm>
              <a:off x="10073520" y="4807082"/>
              <a:ext cx="1054800" cy="1211346"/>
              <a:chOff x="1828800" y="2250000"/>
              <a:chExt cx="1054800" cy="1211346"/>
            </a:xfrm>
          </p:grpSpPr>
          <p:sp>
            <p:nvSpPr>
              <p:cNvPr id="40" name="Rectangle 2">
                <a:extLst>
                  <a:ext uri="{FF2B5EF4-FFF2-40B4-BE49-F238E27FC236}">
                    <a16:creationId xmlns:a16="http://schemas.microsoft.com/office/drawing/2014/main" id="{2AFB3211-4C39-A934-F463-8478A15CC961}"/>
                  </a:ext>
                </a:extLst>
              </p:cNvPr>
              <p:cNvSpPr/>
              <p:nvPr/>
            </p:nvSpPr>
            <p:spPr>
              <a:xfrm>
                <a:off x="1956600" y="2250000"/>
                <a:ext cx="803160" cy="105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41" name="Picture 2">
                <a:extLst>
                  <a:ext uri="{FF2B5EF4-FFF2-40B4-BE49-F238E27FC236}">
                    <a16:creationId xmlns:a16="http://schemas.microsoft.com/office/drawing/2014/main" id="{C1121A30-507C-B665-BD16-D8F14E8CAFD2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>
                <a:off x="1828800" y="2410866"/>
                <a:ext cx="1054800" cy="10504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7" name="TextBox 1">
              <a:extLst>
                <a:ext uri="{FF2B5EF4-FFF2-40B4-BE49-F238E27FC236}">
                  <a16:creationId xmlns:a16="http://schemas.microsoft.com/office/drawing/2014/main" id="{E53C0A6F-3A23-EF67-BCC1-F2C6DFE4569A}"/>
                </a:ext>
              </a:extLst>
            </p:cNvPr>
            <p:cNvSpPr/>
            <p:nvPr/>
          </p:nvSpPr>
          <p:spPr>
            <a:xfrm>
              <a:off x="9957518" y="4356279"/>
              <a:ext cx="1286804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Context</a:t>
              </a:r>
            </a:p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Document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42" name="Straight Arrow Connector 1">
            <a:extLst>
              <a:ext uri="{FF2B5EF4-FFF2-40B4-BE49-F238E27FC236}">
                <a16:creationId xmlns:a16="http://schemas.microsoft.com/office/drawing/2014/main" id="{DFA1416D-9A21-1D8E-7DAD-DEEB801F313C}"/>
              </a:ext>
            </a:extLst>
          </p:cNvPr>
          <p:cNvSpPr/>
          <p:nvPr/>
        </p:nvSpPr>
        <p:spPr>
          <a:xfrm>
            <a:off x="4640339" y="3197492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E936BF1-2DB8-1FDB-FA52-CEF50025B6FD}"/>
              </a:ext>
            </a:extLst>
          </p:cNvPr>
          <p:cNvSpPr/>
          <p:nvPr/>
        </p:nvSpPr>
        <p:spPr>
          <a:xfrm>
            <a:off x="3653838" y="1980326"/>
            <a:ext cx="816162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User 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latin typeface="Aptos"/>
              </a:rPr>
              <a:t>Query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46" name="Straight Arrow Connector 2">
            <a:extLst>
              <a:ext uri="{FF2B5EF4-FFF2-40B4-BE49-F238E27FC236}">
                <a16:creationId xmlns:a16="http://schemas.microsoft.com/office/drawing/2014/main" id="{BBC4ECB7-6884-E15F-2D2C-C4D841C3AA47}"/>
              </a:ext>
            </a:extLst>
          </p:cNvPr>
          <p:cNvSpPr/>
          <p:nvPr/>
        </p:nvSpPr>
        <p:spPr>
          <a:xfrm>
            <a:off x="4640339" y="2326649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290C23B-312A-D3DA-E20E-EF8EC002061F}"/>
              </a:ext>
            </a:extLst>
          </p:cNvPr>
          <p:cNvGrpSpPr/>
          <p:nvPr/>
        </p:nvGrpSpPr>
        <p:grpSpPr>
          <a:xfrm>
            <a:off x="2978376" y="1980326"/>
            <a:ext cx="1607863" cy="685800"/>
            <a:chOff x="9796989" y="3429000"/>
            <a:chExt cx="1607863" cy="685800"/>
          </a:xfrm>
        </p:grpSpPr>
        <p:sp>
          <p:nvSpPr>
            <p:cNvPr id="44" name="Rounded Rectangle 3">
              <a:extLst>
                <a:ext uri="{FF2B5EF4-FFF2-40B4-BE49-F238E27FC236}">
                  <a16:creationId xmlns:a16="http://schemas.microsoft.com/office/drawing/2014/main" id="{7C0B1D59-7FF0-FEE6-940B-9A8089DEEFC7}"/>
                </a:ext>
              </a:extLst>
            </p:cNvPr>
            <p:cNvSpPr/>
            <p:nvPr/>
          </p:nvSpPr>
          <p:spPr>
            <a:xfrm>
              <a:off x="9796989" y="3429000"/>
              <a:ext cx="1607863" cy="685800"/>
            </a:xfrm>
            <a:prstGeom prst="roundRect">
              <a:avLst>
                <a:gd name="adj" fmla="val 31279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5B91563-C839-60EB-CBA5-4218E881C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3649" t="42246" r="55406" b="44575"/>
            <a:stretch>
              <a:fillRect/>
            </a:stretch>
          </p:blipFill>
          <p:spPr>
            <a:xfrm>
              <a:off x="9973774" y="3523930"/>
              <a:ext cx="511062" cy="478379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B51E202-2F02-75E8-CD2A-4986991A7677}"/>
              </a:ext>
            </a:extLst>
          </p:cNvPr>
          <p:cNvGrpSpPr/>
          <p:nvPr/>
        </p:nvGrpSpPr>
        <p:grpSpPr>
          <a:xfrm>
            <a:off x="7102926" y="1980326"/>
            <a:ext cx="990378" cy="1195090"/>
            <a:chOff x="6869687" y="2001321"/>
            <a:chExt cx="990378" cy="119509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D43D80F-E5A2-4B41-2D3F-562A34ACCF5E}"/>
                </a:ext>
              </a:extLst>
            </p:cNvPr>
            <p:cNvGrpSpPr/>
            <p:nvPr/>
          </p:nvGrpSpPr>
          <p:grpSpPr>
            <a:xfrm>
              <a:off x="7109345" y="2080118"/>
              <a:ext cx="511062" cy="478379"/>
              <a:chOff x="7131936" y="2080118"/>
              <a:chExt cx="511062" cy="478379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BBDF4B5D-4EBB-7C8A-880C-237F635CF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3649" t="42246" r="55406" b="44575"/>
              <a:stretch>
                <a:fillRect/>
              </a:stretch>
            </p:blipFill>
            <p:spPr>
              <a:xfrm>
                <a:off x="7131936" y="2080118"/>
                <a:ext cx="511062" cy="478379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F58E0A7-5778-513E-7AEB-1959697F0281}"/>
                  </a:ext>
                </a:extLst>
              </p:cNvPr>
              <p:cNvSpPr/>
              <p:nvPr/>
            </p:nvSpPr>
            <p:spPr>
              <a:xfrm>
                <a:off x="7284147" y="2175557"/>
                <a:ext cx="202859" cy="2217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42785D1D-34A2-58CC-25D4-B129148078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7338" t="44465" r="58718" b="48705"/>
              <a:stretch/>
            </p:blipFill>
            <p:spPr>
              <a:xfrm>
                <a:off x="7242676" y="2162161"/>
                <a:ext cx="184150" cy="247939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9" name="TextBox 2">
                <a:extLst>
                  <a:ext uri="{FF2B5EF4-FFF2-40B4-BE49-F238E27FC236}">
                    <a16:creationId xmlns:a16="http://schemas.microsoft.com/office/drawing/2014/main" id="{F2E1D5DA-1EDB-0DC0-C03F-6616AB0632F3}"/>
                  </a:ext>
                </a:extLst>
              </p:cNvPr>
              <p:cNvSpPr/>
              <p:nvPr/>
            </p:nvSpPr>
            <p:spPr>
              <a:xfrm>
                <a:off x="7326379" y="2095607"/>
                <a:ext cx="297046" cy="367878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800" b="1" strike="noStrike" spc="-1" dirty="0">
                    <a:solidFill>
                      <a:srgbClr val="000000"/>
                    </a:solidFill>
                    <a:latin typeface="Aptos"/>
                  </a:rPr>
                  <a:t>+</a:t>
                </a:r>
                <a:endParaRPr lang="en-US" sz="1800" b="0" strike="noStrike" spc="-1" dirty="0">
                  <a:latin typeface="Arial"/>
                </a:endParaRPr>
              </a:p>
            </p:txBody>
          </p:sp>
        </p:grpSp>
        <p:sp>
          <p:nvSpPr>
            <p:cNvPr id="60" name="TextBox 2">
              <a:extLst>
                <a:ext uri="{FF2B5EF4-FFF2-40B4-BE49-F238E27FC236}">
                  <a16:creationId xmlns:a16="http://schemas.microsoft.com/office/drawing/2014/main" id="{6B256670-F6A4-F154-B11B-14ED7C317820}"/>
                </a:ext>
              </a:extLst>
            </p:cNvPr>
            <p:cNvSpPr/>
            <p:nvPr/>
          </p:nvSpPr>
          <p:spPr>
            <a:xfrm>
              <a:off x="6869688" y="2508281"/>
              <a:ext cx="990377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Refined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Query</a:t>
              </a:r>
              <a:endParaRPr lang="en-US" sz="1800" b="0" strike="noStrike" spc="-1" dirty="0">
                <a:latin typeface="Arial"/>
              </a:endParaRPr>
            </a:p>
          </p:txBody>
        </p:sp>
        <p:sp>
          <p:nvSpPr>
            <p:cNvPr id="61" name="Rounded Rectangle 3">
              <a:extLst>
                <a:ext uri="{FF2B5EF4-FFF2-40B4-BE49-F238E27FC236}">
                  <a16:creationId xmlns:a16="http://schemas.microsoft.com/office/drawing/2014/main" id="{35522219-9DD3-9CDE-AAE0-C687AA93D65B}"/>
                </a:ext>
              </a:extLst>
            </p:cNvPr>
            <p:cNvSpPr/>
            <p:nvPr/>
          </p:nvSpPr>
          <p:spPr>
            <a:xfrm>
              <a:off x="6869687" y="2001321"/>
              <a:ext cx="990378" cy="1195090"/>
            </a:xfrm>
            <a:prstGeom prst="roundRect">
              <a:avLst>
                <a:gd name="adj" fmla="val 22910"/>
              </a:avLst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5" name="Straight Arrow Connector 2">
            <a:extLst>
              <a:ext uri="{FF2B5EF4-FFF2-40B4-BE49-F238E27FC236}">
                <a16:creationId xmlns:a16="http://schemas.microsoft.com/office/drawing/2014/main" id="{0B2B1D12-59E1-D25C-E648-A77C3ADDFCCA}"/>
              </a:ext>
            </a:extLst>
          </p:cNvPr>
          <p:cNvSpPr/>
          <p:nvPr/>
        </p:nvSpPr>
        <p:spPr>
          <a:xfrm>
            <a:off x="6728478" y="2323226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6" name="Straight Arrow Connector 2">
            <a:extLst>
              <a:ext uri="{FF2B5EF4-FFF2-40B4-BE49-F238E27FC236}">
                <a16:creationId xmlns:a16="http://schemas.microsoft.com/office/drawing/2014/main" id="{1C860766-C959-B22A-EA9F-CAE9E4BF904C}"/>
              </a:ext>
            </a:extLst>
          </p:cNvPr>
          <p:cNvSpPr/>
          <p:nvPr/>
        </p:nvSpPr>
        <p:spPr>
          <a:xfrm>
            <a:off x="8157633" y="2323226"/>
            <a:ext cx="31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44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340022-C082-A60B-FBA0-C8A12AD1F3DF}"/>
              </a:ext>
            </a:extLst>
          </p:cNvPr>
          <p:cNvGrpSpPr/>
          <p:nvPr/>
        </p:nvGrpSpPr>
        <p:grpSpPr>
          <a:xfrm>
            <a:off x="7939761" y="3370612"/>
            <a:ext cx="1547280" cy="1203581"/>
            <a:chOff x="8174059" y="3383803"/>
            <a:chExt cx="1547280" cy="120358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90761D8-BA0C-261D-E422-4FE926A932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3752" t="27486" r="24704" b="22496"/>
            <a:stretch/>
          </p:blipFill>
          <p:spPr>
            <a:xfrm>
              <a:off x="8174059" y="3383803"/>
              <a:ext cx="1547280" cy="1203581"/>
            </a:xfrm>
            <a:prstGeom prst="rect">
              <a:avLst/>
            </a:prstGeom>
          </p:spPr>
        </p:pic>
        <p:sp>
          <p:nvSpPr>
            <p:cNvPr id="95" name="TextBox 4">
              <a:extLst>
                <a:ext uri="{FF2B5EF4-FFF2-40B4-BE49-F238E27FC236}">
                  <a16:creationId xmlns:a16="http://schemas.microsoft.com/office/drawing/2014/main" id="{318BB0D1-9FF0-902D-AA71-E614A52062F3}"/>
                </a:ext>
              </a:extLst>
            </p:cNvPr>
            <p:cNvSpPr/>
            <p:nvPr/>
          </p:nvSpPr>
          <p:spPr>
            <a:xfrm>
              <a:off x="8342692" y="3543736"/>
              <a:ext cx="1230495" cy="644877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Improved</a:t>
              </a:r>
              <a:b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</a:br>
              <a:r>
                <a:rPr lang="en-US" sz="1800" b="1" strike="noStrike" spc="-1" dirty="0">
                  <a:solidFill>
                    <a:srgbClr val="000000"/>
                  </a:solidFill>
                  <a:latin typeface="Aptos"/>
                </a:rPr>
                <a:t>Accuracy</a:t>
              </a:r>
              <a:endParaRPr lang="en-US" sz="1800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294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4925">
          <a:solidFill>
            <a:srgbClr val="000000"/>
          </a:solidFill>
          <a:tailEnd type="triangle" w="med" len="med"/>
        </a:ln>
        <a:effectLst/>
      </a:spPr>
      <a:bodyPr/>
      <a:lstStyle>
        <a:defPPr algn="l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/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126</Words>
  <Application>Microsoft Macintosh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Majurski, Michael Paul (Fed)</dc:creator>
  <dc:description/>
  <cp:lastModifiedBy>Majurski, Michael (Fed)</cp:lastModifiedBy>
  <cp:revision>17</cp:revision>
  <dcterms:created xsi:type="dcterms:W3CDTF">2025-05-11T16:34:31Z</dcterms:created>
  <dcterms:modified xsi:type="dcterms:W3CDTF">2026-01-13T21:02:01Z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